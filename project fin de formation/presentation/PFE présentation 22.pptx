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1" r:id="rId6"/>
    <p:sldId id="262" r:id="rId7"/>
    <p:sldId id="263" r:id="rId8"/>
    <p:sldId id="264" r:id="rId9"/>
    <p:sldId id="274" r:id="rId10"/>
    <p:sldId id="275" r:id="rId11"/>
    <p:sldId id="276" r:id="rId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A7E"/>
    <a:srgbClr val="0036A2"/>
    <a:srgbClr val="3B7CFF"/>
    <a:srgbClr val="004FEE"/>
    <a:srgbClr val="0043C8"/>
    <a:srgbClr val="C5D8FF"/>
    <a:srgbClr val="E3E3E3"/>
    <a:srgbClr val="8947A9"/>
    <a:srgbClr val="6233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0" d="100"/>
          <a:sy n="70" d="100"/>
        </p:scale>
        <p:origin x="1920" y="41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47D315-81EC-4FDF-A068-9A316304E0C4}" type="datetimeFigureOut">
              <a:rPr lang="fr-FR" smtClean="0"/>
              <a:t>10/06/2026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FEDC29-C2F0-42D8-A35B-AB955E061B3A}" type="slidenum">
              <a:rPr lang="fr-FR" smtClean="0"/>
              <a:t>‹N°›</a:t>
            </a:fld>
            <a:endParaRPr lang="fr-FR"/>
          </a:p>
        </p:txBody>
      </p:sp>
    </p:spTree>
    <p:extLst>
      <p:ext uri="{BB962C8B-B14F-4D97-AF65-F5344CB8AC3E}">
        <p14:creationId xmlns:p14="http://schemas.microsoft.com/office/powerpoint/2010/main" val="13283785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BFEDC29-C2F0-42D8-A35B-AB955E061B3A}" type="slidenum">
              <a:rPr lang="fr-FR" smtClean="0"/>
              <a:t>8</a:t>
            </a:fld>
            <a:endParaRPr lang="fr-FR"/>
          </a:p>
        </p:txBody>
      </p:sp>
    </p:spTree>
    <p:extLst>
      <p:ext uri="{BB962C8B-B14F-4D97-AF65-F5344CB8AC3E}">
        <p14:creationId xmlns:p14="http://schemas.microsoft.com/office/powerpoint/2010/main" val="9928032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714DA-AF8D-2F66-2BBE-E7AD6F365FE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434CFF5-690D-5351-2223-6255BCC4FEF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2EDCE9A-8DE6-134B-5274-9502066836D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B854FEE-1D43-4359-8D05-D1DA0EE271BD}"/>
              </a:ext>
            </a:extLst>
          </p:cNvPr>
          <p:cNvSpPr>
            <a:spLocks noGrp="1"/>
          </p:cNvSpPr>
          <p:nvPr>
            <p:ph type="sldNum" sz="quarter" idx="5"/>
          </p:nvPr>
        </p:nvSpPr>
        <p:spPr/>
        <p:txBody>
          <a:bodyPr/>
          <a:lstStyle/>
          <a:p>
            <a:fld id="{DBFEDC29-C2F0-42D8-A35B-AB955E061B3A}" type="slidenum">
              <a:rPr lang="fr-FR" smtClean="0"/>
              <a:t>9</a:t>
            </a:fld>
            <a:endParaRPr lang="fr-FR"/>
          </a:p>
        </p:txBody>
      </p:sp>
    </p:spTree>
    <p:extLst>
      <p:ext uri="{BB962C8B-B14F-4D97-AF65-F5344CB8AC3E}">
        <p14:creationId xmlns:p14="http://schemas.microsoft.com/office/powerpoint/2010/main" val="3057280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2AC0E-E9E1-1DD5-5129-68863C90A5C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4F75D55-52B8-28DF-89A1-22736CE8C99D}"/>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75762EC-19CB-1AE6-EE66-8423CEC6237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A308F8B-BBF8-494C-2E6D-A3E15DA6DDDC}"/>
              </a:ext>
            </a:extLst>
          </p:cNvPr>
          <p:cNvSpPr>
            <a:spLocks noGrp="1"/>
          </p:cNvSpPr>
          <p:nvPr>
            <p:ph type="sldNum" sz="quarter" idx="5"/>
          </p:nvPr>
        </p:nvSpPr>
        <p:spPr/>
        <p:txBody>
          <a:bodyPr/>
          <a:lstStyle/>
          <a:p>
            <a:fld id="{DBFEDC29-C2F0-42D8-A35B-AB955E061B3A}" type="slidenum">
              <a:rPr lang="fr-FR" smtClean="0"/>
              <a:t>10</a:t>
            </a:fld>
            <a:endParaRPr lang="fr-FR"/>
          </a:p>
        </p:txBody>
      </p:sp>
    </p:spTree>
    <p:extLst>
      <p:ext uri="{BB962C8B-B14F-4D97-AF65-F5344CB8AC3E}">
        <p14:creationId xmlns:p14="http://schemas.microsoft.com/office/powerpoint/2010/main" val="16249669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4928F-CD22-B0AF-777E-C971DC28053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6023807-D665-E809-D2D4-114F5C2452C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FA3FB73-A31C-1A3E-8C28-E4F50B21AF6C}"/>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0E25BDA-5E38-DE5F-6175-0559E09EF8CD}"/>
              </a:ext>
            </a:extLst>
          </p:cNvPr>
          <p:cNvSpPr>
            <a:spLocks noGrp="1"/>
          </p:cNvSpPr>
          <p:nvPr>
            <p:ph type="sldNum" sz="quarter" idx="5"/>
          </p:nvPr>
        </p:nvSpPr>
        <p:spPr/>
        <p:txBody>
          <a:bodyPr/>
          <a:lstStyle/>
          <a:p>
            <a:fld id="{DBFEDC29-C2F0-42D8-A35B-AB955E061B3A}" type="slidenum">
              <a:rPr lang="fr-FR" smtClean="0"/>
              <a:t>11</a:t>
            </a:fld>
            <a:endParaRPr lang="fr-FR"/>
          </a:p>
        </p:txBody>
      </p:sp>
    </p:spTree>
    <p:extLst>
      <p:ext uri="{BB962C8B-B14F-4D97-AF65-F5344CB8AC3E}">
        <p14:creationId xmlns:p14="http://schemas.microsoft.com/office/powerpoint/2010/main" val="37981120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731D70-2AB5-A6F5-1EBB-872A301C9392}"/>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0F22EFCA-EC26-94F4-3BA4-1825FD9618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83784701-AF3B-9CE8-357D-7713224690C4}"/>
              </a:ext>
            </a:extLst>
          </p:cNvPr>
          <p:cNvSpPr>
            <a:spLocks noGrp="1"/>
          </p:cNvSpPr>
          <p:nvPr>
            <p:ph type="dt" sz="half" idx="10"/>
          </p:nvPr>
        </p:nvSpPr>
        <p:spPr/>
        <p:txBody>
          <a:bodyPr/>
          <a:lstStyle/>
          <a:p>
            <a:fld id="{64530A86-5B06-4927-964F-FA9E847B883F}" type="datetimeFigureOut">
              <a:rPr lang="fr-FR" smtClean="0"/>
              <a:t>10/06/2026</a:t>
            </a:fld>
            <a:endParaRPr lang="fr-FR"/>
          </a:p>
        </p:txBody>
      </p:sp>
      <p:sp>
        <p:nvSpPr>
          <p:cNvPr id="5" name="Espace réservé du pied de page 4">
            <a:extLst>
              <a:ext uri="{FF2B5EF4-FFF2-40B4-BE49-F238E27FC236}">
                <a16:creationId xmlns:a16="http://schemas.microsoft.com/office/drawing/2014/main" id="{3E87FE72-BF29-0EB5-08D6-E52089B9A6C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B7A2EC7-A203-FA88-C44F-3322659A6DA4}"/>
              </a:ext>
            </a:extLst>
          </p:cNvPr>
          <p:cNvSpPr>
            <a:spLocks noGrp="1"/>
          </p:cNvSpPr>
          <p:nvPr>
            <p:ph type="sldNum" sz="quarter" idx="12"/>
          </p:nvPr>
        </p:nvSpPr>
        <p:spPr/>
        <p:txBody>
          <a:bodyPr/>
          <a:lstStyle/>
          <a:p>
            <a:fld id="{479847D1-BB3E-46E9-A204-D3EF8916E7E7}" type="slidenum">
              <a:rPr lang="fr-FR" smtClean="0"/>
              <a:t>‹N°›</a:t>
            </a:fld>
            <a:endParaRPr lang="fr-FR"/>
          </a:p>
        </p:txBody>
      </p:sp>
    </p:spTree>
    <p:extLst>
      <p:ext uri="{BB962C8B-B14F-4D97-AF65-F5344CB8AC3E}">
        <p14:creationId xmlns:p14="http://schemas.microsoft.com/office/powerpoint/2010/main" val="1771726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07C4DF-E1F1-37E3-C482-19DF7570851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1848604-EEAD-65DC-32AD-0FD535AE4AD0}"/>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7B37592-4C4D-E054-5DCD-52B5CFB95D2D}"/>
              </a:ext>
            </a:extLst>
          </p:cNvPr>
          <p:cNvSpPr>
            <a:spLocks noGrp="1"/>
          </p:cNvSpPr>
          <p:nvPr>
            <p:ph type="dt" sz="half" idx="10"/>
          </p:nvPr>
        </p:nvSpPr>
        <p:spPr/>
        <p:txBody>
          <a:bodyPr/>
          <a:lstStyle/>
          <a:p>
            <a:fld id="{64530A86-5B06-4927-964F-FA9E847B883F}" type="datetimeFigureOut">
              <a:rPr lang="fr-FR" smtClean="0"/>
              <a:t>10/06/2026</a:t>
            </a:fld>
            <a:endParaRPr lang="fr-FR"/>
          </a:p>
        </p:txBody>
      </p:sp>
      <p:sp>
        <p:nvSpPr>
          <p:cNvPr id="5" name="Espace réservé du pied de page 4">
            <a:extLst>
              <a:ext uri="{FF2B5EF4-FFF2-40B4-BE49-F238E27FC236}">
                <a16:creationId xmlns:a16="http://schemas.microsoft.com/office/drawing/2014/main" id="{9299A3FF-5005-596D-FFE7-EABED394E0A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0D05002-878C-1E0B-8243-C728EF749E50}"/>
              </a:ext>
            </a:extLst>
          </p:cNvPr>
          <p:cNvSpPr>
            <a:spLocks noGrp="1"/>
          </p:cNvSpPr>
          <p:nvPr>
            <p:ph type="sldNum" sz="quarter" idx="12"/>
          </p:nvPr>
        </p:nvSpPr>
        <p:spPr/>
        <p:txBody>
          <a:bodyPr/>
          <a:lstStyle/>
          <a:p>
            <a:fld id="{479847D1-BB3E-46E9-A204-D3EF8916E7E7}" type="slidenum">
              <a:rPr lang="fr-FR" smtClean="0"/>
              <a:t>‹N°›</a:t>
            </a:fld>
            <a:endParaRPr lang="fr-FR"/>
          </a:p>
        </p:txBody>
      </p:sp>
    </p:spTree>
    <p:extLst>
      <p:ext uri="{BB962C8B-B14F-4D97-AF65-F5344CB8AC3E}">
        <p14:creationId xmlns:p14="http://schemas.microsoft.com/office/powerpoint/2010/main" val="1281317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AD4BAB-B42B-A3A7-E0E3-1C5512097926}"/>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4CCA8CBE-01D8-53D0-BF08-ADA1D564EA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F440869E-0C00-8BB5-ECF9-A8BC7DCA32F1}"/>
              </a:ext>
            </a:extLst>
          </p:cNvPr>
          <p:cNvSpPr>
            <a:spLocks noGrp="1"/>
          </p:cNvSpPr>
          <p:nvPr>
            <p:ph type="dt" sz="half" idx="10"/>
          </p:nvPr>
        </p:nvSpPr>
        <p:spPr/>
        <p:txBody>
          <a:bodyPr/>
          <a:lstStyle/>
          <a:p>
            <a:fld id="{64530A86-5B06-4927-964F-FA9E847B883F}" type="datetimeFigureOut">
              <a:rPr lang="fr-FR" smtClean="0"/>
              <a:t>10/06/2026</a:t>
            </a:fld>
            <a:endParaRPr lang="fr-FR"/>
          </a:p>
        </p:txBody>
      </p:sp>
      <p:sp>
        <p:nvSpPr>
          <p:cNvPr id="5" name="Espace réservé du pied de page 4">
            <a:extLst>
              <a:ext uri="{FF2B5EF4-FFF2-40B4-BE49-F238E27FC236}">
                <a16:creationId xmlns:a16="http://schemas.microsoft.com/office/drawing/2014/main" id="{92C64FA4-833C-80E0-AF06-5E51CEB97D7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4223376-0B25-9748-0E52-E5111964F1FB}"/>
              </a:ext>
            </a:extLst>
          </p:cNvPr>
          <p:cNvSpPr>
            <a:spLocks noGrp="1"/>
          </p:cNvSpPr>
          <p:nvPr>
            <p:ph type="sldNum" sz="quarter" idx="12"/>
          </p:nvPr>
        </p:nvSpPr>
        <p:spPr/>
        <p:txBody>
          <a:bodyPr/>
          <a:lstStyle/>
          <a:p>
            <a:fld id="{479847D1-BB3E-46E9-A204-D3EF8916E7E7}" type="slidenum">
              <a:rPr lang="fr-FR" smtClean="0"/>
              <a:t>‹N°›</a:t>
            </a:fld>
            <a:endParaRPr lang="fr-FR"/>
          </a:p>
        </p:txBody>
      </p:sp>
    </p:spTree>
    <p:extLst>
      <p:ext uri="{BB962C8B-B14F-4D97-AF65-F5344CB8AC3E}">
        <p14:creationId xmlns:p14="http://schemas.microsoft.com/office/powerpoint/2010/main" val="975103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F1EBCD-1A0C-0FF3-4F14-D9FC84DF147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FF12972-C71E-2784-F113-F588D11ABF31}"/>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CA5CAE6C-B7B0-177F-563D-E9CA37DBF5C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EF43C17D-C2F8-9617-607A-12FEB82D336B}"/>
              </a:ext>
            </a:extLst>
          </p:cNvPr>
          <p:cNvSpPr>
            <a:spLocks noGrp="1"/>
          </p:cNvSpPr>
          <p:nvPr>
            <p:ph type="dt" sz="half" idx="10"/>
          </p:nvPr>
        </p:nvSpPr>
        <p:spPr/>
        <p:txBody>
          <a:bodyPr/>
          <a:lstStyle/>
          <a:p>
            <a:fld id="{64530A86-5B06-4927-964F-FA9E847B883F}" type="datetimeFigureOut">
              <a:rPr lang="fr-FR" smtClean="0"/>
              <a:t>10/06/2026</a:t>
            </a:fld>
            <a:endParaRPr lang="fr-FR"/>
          </a:p>
        </p:txBody>
      </p:sp>
      <p:sp>
        <p:nvSpPr>
          <p:cNvPr id="6" name="Espace réservé du pied de page 5">
            <a:extLst>
              <a:ext uri="{FF2B5EF4-FFF2-40B4-BE49-F238E27FC236}">
                <a16:creationId xmlns:a16="http://schemas.microsoft.com/office/drawing/2014/main" id="{7B127DEE-B5B4-EEFB-F77B-A3EE9E88867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C1A99D4-1670-CD23-B3E2-36150D1DB932}"/>
              </a:ext>
            </a:extLst>
          </p:cNvPr>
          <p:cNvSpPr>
            <a:spLocks noGrp="1"/>
          </p:cNvSpPr>
          <p:nvPr>
            <p:ph type="sldNum" sz="quarter" idx="12"/>
          </p:nvPr>
        </p:nvSpPr>
        <p:spPr/>
        <p:txBody>
          <a:bodyPr/>
          <a:lstStyle/>
          <a:p>
            <a:fld id="{479847D1-BB3E-46E9-A204-D3EF8916E7E7}" type="slidenum">
              <a:rPr lang="fr-FR" smtClean="0"/>
              <a:t>‹N°›</a:t>
            </a:fld>
            <a:endParaRPr lang="fr-FR"/>
          </a:p>
        </p:txBody>
      </p:sp>
    </p:spTree>
    <p:extLst>
      <p:ext uri="{BB962C8B-B14F-4D97-AF65-F5344CB8AC3E}">
        <p14:creationId xmlns:p14="http://schemas.microsoft.com/office/powerpoint/2010/main" val="229947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CB285F-AC33-A4B0-E8ED-DFD985D457FC}"/>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E4D44938-33BC-7BB2-DFDA-CD2A0B7006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E532862-D0C3-5EF4-0F98-0CB3377A70D8}"/>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A7E493AE-84A9-EC09-90B0-5A8C74F732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AAD91AE0-7783-6A5A-CA78-E795615F433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73A975E-ADF2-A0A6-D6A1-CE0165CE5E41}"/>
              </a:ext>
            </a:extLst>
          </p:cNvPr>
          <p:cNvSpPr>
            <a:spLocks noGrp="1"/>
          </p:cNvSpPr>
          <p:nvPr>
            <p:ph type="dt" sz="half" idx="10"/>
          </p:nvPr>
        </p:nvSpPr>
        <p:spPr/>
        <p:txBody>
          <a:bodyPr/>
          <a:lstStyle/>
          <a:p>
            <a:fld id="{64530A86-5B06-4927-964F-FA9E847B883F}" type="datetimeFigureOut">
              <a:rPr lang="fr-FR" smtClean="0"/>
              <a:t>10/06/2026</a:t>
            </a:fld>
            <a:endParaRPr lang="fr-FR"/>
          </a:p>
        </p:txBody>
      </p:sp>
      <p:sp>
        <p:nvSpPr>
          <p:cNvPr id="8" name="Espace réservé du pied de page 7">
            <a:extLst>
              <a:ext uri="{FF2B5EF4-FFF2-40B4-BE49-F238E27FC236}">
                <a16:creationId xmlns:a16="http://schemas.microsoft.com/office/drawing/2014/main" id="{A762B69A-00B0-E8BC-1A7F-D101AEA61253}"/>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02B5099C-303A-7639-C19B-1564530D9450}"/>
              </a:ext>
            </a:extLst>
          </p:cNvPr>
          <p:cNvSpPr>
            <a:spLocks noGrp="1"/>
          </p:cNvSpPr>
          <p:nvPr>
            <p:ph type="sldNum" sz="quarter" idx="12"/>
          </p:nvPr>
        </p:nvSpPr>
        <p:spPr/>
        <p:txBody>
          <a:bodyPr/>
          <a:lstStyle/>
          <a:p>
            <a:fld id="{479847D1-BB3E-46E9-A204-D3EF8916E7E7}" type="slidenum">
              <a:rPr lang="fr-FR" smtClean="0"/>
              <a:t>‹N°›</a:t>
            </a:fld>
            <a:endParaRPr lang="fr-FR"/>
          </a:p>
        </p:txBody>
      </p:sp>
    </p:spTree>
    <p:extLst>
      <p:ext uri="{BB962C8B-B14F-4D97-AF65-F5344CB8AC3E}">
        <p14:creationId xmlns:p14="http://schemas.microsoft.com/office/powerpoint/2010/main" val="254926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A759E9-E11A-2221-45C3-0FF9FCE9D6D3}"/>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1F33FEC3-FDD0-16CC-7972-ED98D14DD9C5}"/>
              </a:ext>
            </a:extLst>
          </p:cNvPr>
          <p:cNvSpPr>
            <a:spLocks noGrp="1"/>
          </p:cNvSpPr>
          <p:nvPr>
            <p:ph type="dt" sz="half" idx="10"/>
          </p:nvPr>
        </p:nvSpPr>
        <p:spPr/>
        <p:txBody>
          <a:bodyPr/>
          <a:lstStyle/>
          <a:p>
            <a:fld id="{64530A86-5B06-4927-964F-FA9E847B883F}" type="datetimeFigureOut">
              <a:rPr lang="fr-FR" smtClean="0"/>
              <a:t>10/06/2026</a:t>
            </a:fld>
            <a:endParaRPr lang="fr-FR"/>
          </a:p>
        </p:txBody>
      </p:sp>
      <p:sp>
        <p:nvSpPr>
          <p:cNvPr id="4" name="Espace réservé du pied de page 3">
            <a:extLst>
              <a:ext uri="{FF2B5EF4-FFF2-40B4-BE49-F238E27FC236}">
                <a16:creationId xmlns:a16="http://schemas.microsoft.com/office/drawing/2014/main" id="{7ADD6D31-3DA7-DCEF-BD52-909538645AC8}"/>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90BB119D-ECD2-0248-03A7-7D7FFC72AC15}"/>
              </a:ext>
            </a:extLst>
          </p:cNvPr>
          <p:cNvSpPr>
            <a:spLocks noGrp="1"/>
          </p:cNvSpPr>
          <p:nvPr>
            <p:ph type="sldNum" sz="quarter" idx="12"/>
          </p:nvPr>
        </p:nvSpPr>
        <p:spPr/>
        <p:txBody>
          <a:bodyPr/>
          <a:lstStyle/>
          <a:p>
            <a:fld id="{479847D1-BB3E-46E9-A204-D3EF8916E7E7}" type="slidenum">
              <a:rPr lang="fr-FR" smtClean="0"/>
              <a:t>‹N°›</a:t>
            </a:fld>
            <a:endParaRPr lang="fr-FR"/>
          </a:p>
        </p:txBody>
      </p:sp>
    </p:spTree>
    <p:extLst>
      <p:ext uri="{BB962C8B-B14F-4D97-AF65-F5344CB8AC3E}">
        <p14:creationId xmlns:p14="http://schemas.microsoft.com/office/powerpoint/2010/main" val="2324507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617E1BF-463F-B925-E2BC-4BF70F2B166E}"/>
              </a:ext>
            </a:extLst>
          </p:cNvPr>
          <p:cNvSpPr>
            <a:spLocks noGrp="1"/>
          </p:cNvSpPr>
          <p:nvPr>
            <p:ph type="dt" sz="half" idx="10"/>
          </p:nvPr>
        </p:nvSpPr>
        <p:spPr/>
        <p:txBody>
          <a:bodyPr/>
          <a:lstStyle/>
          <a:p>
            <a:fld id="{64530A86-5B06-4927-964F-FA9E847B883F}" type="datetimeFigureOut">
              <a:rPr lang="fr-FR" smtClean="0"/>
              <a:t>10/06/2026</a:t>
            </a:fld>
            <a:endParaRPr lang="fr-FR"/>
          </a:p>
        </p:txBody>
      </p:sp>
      <p:sp>
        <p:nvSpPr>
          <p:cNvPr id="3" name="Espace réservé du pied de page 2">
            <a:extLst>
              <a:ext uri="{FF2B5EF4-FFF2-40B4-BE49-F238E27FC236}">
                <a16:creationId xmlns:a16="http://schemas.microsoft.com/office/drawing/2014/main" id="{C8417276-C436-6D49-BF2F-BA35E9ED63CC}"/>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7D86705C-6C30-FFF9-C1E8-04C1A9C2C6AC}"/>
              </a:ext>
            </a:extLst>
          </p:cNvPr>
          <p:cNvSpPr>
            <a:spLocks noGrp="1"/>
          </p:cNvSpPr>
          <p:nvPr>
            <p:ph type="sldNum" sz="quarter" idx="12"/>
          </p:nvPr>
        </p:nvSpPr>
        <p:spPr/>
        <p:txBody>
          <a:bodyPr/>
          <a:lstStyle/>
          <a:p>
            <a:fld id="{479847D1-BB3E-46E9-A204-D3EF8916E7E7}" type="slidenum">
              <a:rPr lang="fr-FR" smtClean="0"/>
              <a:t>‹N°›</a:t>
            </a:fld>
            <a:endParaRPr lang="fr-FR"/>
          </a:p>
        </p:txBody>
      </p:sp>
    </p:spTree>
    <p:extLst>
      <p:ext uri="{BB962C8B-B14F-4D97-AF65-F5344CB8AC3E}">
        <p14:creationId xmlns:p14="http://schemas.microsoft.com/office/powerpoint/2010/main" val="2079644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3B3B01-D10C-7425-4707-C89D222795C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A32473A1-0931-4466-D88B-762E5298B2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E7875FDA-5B44-CBCB-754C-9EB636BC98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4CEF634-A25B-A5D5-B6B4-205D5323C4A0}"/>
              </a:ext>
            </a:extLst>
          </p:cNvPr>
          <p:cNvSpPr>
            <a:spLocks noGrp="1"/>
          </p:cNvSpPr>
          <p:nvPr>
            <p:ph type="dt" sz="half" idx="10"/>
          </p:nvPr>
        </p:nvSpPr>
        <p:spPr/>
        <p:txBody>
          <a:bodyPr/>
          <a:lstStyle/>
          <a:p>
            <a:fld id="{64530A86-5B06-4927-964F-FA9E847B883F}" type="datetimeFigureOut">
              <a:rPr lang="fr-FR" smtClean="0"/>
              <a:t>10/06/2026</a:t>
            </a:fld>
            <a:endParaRPr lang="fr-FR"/>
          </a:p>
        </p:txBody>
      </p:sp>
      <p:sp>
        <p:nvSpPr>
          <p:cNvPr id="6" name="Espace réservé du pied de page 5">
            <a:extLst>
              <a:ext uri="{FF2B5EF4-FFF2-40B4-BE49-F238E27FC236}">
                <a16:creationId xmlns:a16="http://schemas.microsoft.com/office/drawing/2014/main" id="{ADAF2AB3-44EA-B04F-9A68-B945D868C41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77F3DA5-2117-90FB-91BF-C3B4A1C38E0D}"/>
              </a:ext>
            </a:extLst>
          </p:cNvPr>
          <p:cNvSpPr>
            <a:spLocks noGrp="1"/>
          </p:cNvSpPr>
          <p:nvPr>
            <p:ph type="sldNum" sz="quarter" idx="12"/>
          </p:nvPr>
        </p:nvSpPr>
        <p:spPr/>
        <p:txBody>
          <a:bodyPr/>
          <a:lstStyle/>
          <a:p>
            <a:fld id="{479847D1-BB3E-46E9-A204-D3EF8916E7E7}" type="slidenum">
              <a:rPr lang="fr-FR" smtClean="0"/>
              <a:t>‹N°›</a:t>
            </a:fld>
            <a:endParaRPr lang="fr-FR"/>
          </a:p>
        </p:txBody>
      </p:sp>
    </p:spTree>
    <p:extLst>
      <p:ext uri="{BB962C8B-B14F-4D97-AF65-F5344CB8AC3E}">
        <p14:creationId xmlns:p14="http://schemas.microsoft.com/office/powerpoint/2010/main" val="3840702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827C4C-2076-3F9E-E9A2-9F904E1D58F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DDCB8873-C180-B7CE-A7C5-5AD5BB9F84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C7EC9C1A-0B27-E6A3-EFFC-D2863CBD5C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E09EA2B-9FBF-F9A7-983E-73961DE05F0D}"/>
              </a:ext>
            </a:extLst>
          </p:cNvPr>
          <p:cNvSpPr>
            <a:spLocks noGrp="1"/>
          </p:cNvSpPr>
          <p:nvPr>
            <p:ph type="dt" sz="half" idx="10"/>
          </p:nvPr>
        </p:nvSpPr>
        <p:spPr/>
        <p:txBody>
          <a:bodyPr/>
          <a:lstStyle/>
          <a:p>
            <a:fld id="{64530A86-5B06-4927-964F-FA9E847B883F}" type="datetimeFigureOut">
              <a:rPr lang="fr-FR" smtClean="0"/>
              <a:t>10/06/2026</a:t>
            </a:fld>
            <a:endParaRPr lang="fr-FR"/>
          </a:p>
        </p:txBody>
      </p:sp>
      <p:sp>
        <p:nvSpPr>
          <p:cNvPr id="6" name="Espace réservé du pied de page 5">
            <a:extLst>
              <a:ext uri="{FF2B5EF4-FFF2-40B4-BE49-F238E27FC236}">
                <a16:creationId xmlns:a16="http://schemas.microsoft.com/office/drawing/2014/main" id="{044E512A-B4DA-702C-B232-1E9FDDF6D49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0BC9BF2-965F-6165-0DD2-AE65EB15DEE5}"/>
              </a:ext>
            </a:extLst>
          </p:cNvPr>
          <p:cNvSpPr>
            <a:spLocks noGrp="1"/>
          </p:cNvSpPr>
          <p:nvPr>
            <p:ph type="sldNum" sz="quarter" idx="12"/>
          </p:nvPr>
        </p:nvSpPr>
        <p:spPr/>
        <p:txBody>
          <a:bodyPr/>
          <a:lstStyle/>
          <a:p>
            <a:fld id="{479847D1-BB3E-46E9-A204-D3EF8916E7E7}" type="slidenum">
              <a:rPr lang="fr-FR" smtClean="0"/>
              <a:t>‹N°›</a:t>
            </a:fld>
            <a:endParaRPr lang="fr-FR"/>
          </a:p>
        </p:txBody>
      </p:sp>
    </p:spTree>
    <p:extLst>
      <p:ext uri="{BB962C8B-B14F-4D97-AF65-F5344CB8AC3E}">
        <p14:creationId xmlns:p14="http://schemas.microsoft.com/office/powerpoint/2010/main" val="3590316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F63BBB3-DED2-8375-DF7A-BBDBA10E5810}"/>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F5E0FA18-6E8E-3633-BEB4-B048A056F38F}"/>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AA5760C-5D8E-4D3D-2DF3-44A518054F3F}"/>
              </a:ext>
            </a:extLst>
          </p:cNvPr>
          <p:cNvSpPr>
            <a:spLocks noGrp="1"/>
          </p:cNvSpPr>
          <p:nvPr>
            <p:ph type="dt" sz="half" idx="10"/>
          </p:nvPr>
        </p:nvSpPr>
        <p:spPr/>
        <p:txBody>
          <a:bodyPr/>
          <a:lstStyle/>
          <a:p>
            <a:fld id="{64530A86-5B06-4927-964F-FA9E847B883F}" type="datetimeFigureOut">
              <a:rPr lang="fr-FR" smtClean="0"/>
              <a:t>10/06/2026</a:t>
            </a:fld>
            <a:endParaRPr lang="fr-FR"/>
          </a:p>
        </p:txBody>
      </p:sp>
      <p:sp>
        <p:nvSpPr>
          <p:cNvPr id="5" name="Espace réservé du pied de page 4">
            <a:extLst>
              <a:ext uri="{FF2B5EF4-FFF2-40B4-BE49-F238E27FC236}">
                <a16:creationId xmlns:a16="http://schemas.microsoft.com/office/drawing/2014/main" id="{4F33BD2E-53E3-CE71-418E-23B983A11D0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51B242C-C6E6-DEEC-5550-D3BE333937CC}"/>
              </a:ext>
            </a:extLst>
          </p:cNvPr>
          <p:cNvSpPr>
            <a:spLocks noGrp="1"/>
          </p:cNvSpPr>
          <p:nvPr>
            <p:ph type="sldNum" sz="quarter" idx="12"/>
          </p:nvPr>
        </p:nvSpPr>
        <p:spPr/>
        <p:txBody>
          <a:bodyPr/>
          <a:lstStyle/>
          <a:p>
            <a:fld id="{479847D1-BB3E-46E9-A204-D3EF8916E7E7}" type="slidenum">
              <a:rPr lang="fr-FR" smtClean="0"/>
              <a:t>‹N°›</a:t>
            </a:fld>
            <a:endParaRPr lang="fr-FR"/>
          </a:p>
        </p:txBody>
      </p:sp>
    </p:spTree>
    <p:extLst>
      <p:ext uri="{BB962C8B-B14F-4D97-AF65-F5344CB8AC3E}">
        <p14:creationId xmlns:p14="http://schemas.microsoft.com/office/powerpoint/2010/main" val="1647517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6D0E1BB-205D-D462-E22E-FA6ABA2B991B}"/>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34781AA3-DF33-C52D-684F-AC5474D7C3D3}"/>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A2604E5-7DBC-C4D6-1C69-6E4C8A6AFF81}"/>
              </a:ext>
            </a:extLst>
          </p:cNvPr>
          <p:cNvSpPr>
            <a:spLocks noGrp="1"/>
          </p:cNvSpPr>
          <p:nvPr>
            <p:ph type="dt" sz="half" idx="10"/>
          </p:nvPr>
        </p:nvSpPr>
        <p:spPr/>
        <p:txBody>
          <a:bodyPr/>
          <a:lstStyle/>
          <a:p>
            <a:fld id="{64530A86-5B06-4927-964F-FA9E847B883F}" type="datetimeFigureOut">
              <a:rPr lang="fr-FR" smtClean="0"/>
              <a:t>10/06/2026</a:t>
            </a:fld>
            <a:endParaRPr lang="fr-FR"/>
          </a:p>
        </p:txBody>
      </p:sp>
      <p:sp>
        <p:nvSpPr>
          <p:cNvPr id="5" name="Espace réservé du pied de page 4">
            <a:extLst>
              <a:ext uri="{FF2B5EF4-FFF2-40B4-BE49-F238E27FC236}">
                <a16:creationId xmlns:a16="http://schemas.microsoft.com/office/drawing/2014/main" id="{B265079F-961B-AB93-7A3C-BEDA5ADAF8E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BCB71BA-1691-170D-DC90-4A3D85F0268A}"/>
              </a:ext>
            </a:extLst>
          </p:cNvPr>
          <p:cNvSpPr>
            <a:spLocks noGrp="1"/>
          </p:cNvSpPr>
          <p:nvPr>
            <p:ph type="sldNum" sz="quarter" idx="12"/>
          </p:nvPr>
        </p:nvSpPr>
        <p:spPr/>
        <p:txBody>
          <a:bodyPr/>
          <a:lstStyle/>
          <a:p>
            <a:fld id="{479847D1-BB3E-46E9-A204-D3EF8916E7E7}" type="slidenum">
              <a:rPr lang="fr-FR" smtClean="0"/>
              <a:t>‹N°›</a:t>
            </a:fld>
            <a:endParaRPr lang="fr-FR"/>
          </a:p>
        </p:txBody>
      </p:sp>
    </p:spTree>
    <p:extLst>
      <p:ext uri="{BB962C8B-B14F-4D97-AF65-F5344CB8AC3E}">
        <p14:creationId xmlns:p14="http://schemas.microsoft.com/office/powerpoint/2010/main" val="350551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9F171D6E-2A9B-8B20-B960-FDB581C707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81E65C26-D630-31A2-A9AE-8B02912F5A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23A47B5-26FB-0D3A-C392-72A8CD4E75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530A86-5B06-4927-964F-FA9E847B883F}" type="datetimeFigureOut">
              <a:rPr lang="fr-FR" smtClean="0"/>
              <a:t>10/06/2026</a:t>
            </a:fld>
            <a:endParaRPr lang="fr-FR"/>
          </a:p>
        </p:txBody>
      </p:sp>
      <p:sp>
        <p:nvSpPr>
          <p:cNvPr id="5" name="Espace réservé du pied de page 4">
            <a:extLst>
              <a:ext uri="{FF2B5EF4-FFF2-40B4-BE49-F238E27FC236}">
                <a16:creationId xmlns:a16="http://schemas.microsoft.com/office/drawing/2014/main" id="{1B9F460B-C238-CD83-5FEF-BB67463264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17B66B63-1194-F86D-0282-2B0378264D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9847D1-BB3E-46E9-A204-D3EF8916E7E7}" type="slidenum">
              <a:rPr lang="fr-FR" smtClean="0"/>
              <a:t>‹N°›</a:t>
            </a:fld>
            <a:endParaRPr lang="fr-FR"/>
          </a:p>
        </p:txBody>
      </p:sp>
    </p:spTree>
    <p:extLst>
      <p:ext uri="{BB962C8B-B14F-4D97-AF65-F5344CB8AC3E}">
        <p14:creationId xmlns:p14="http://schemas.microsoft.com/office/powerpoint/2010/main" val="4109680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C3FEDF07-0EE4-9CF4-B689-4DC5398F40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3529" y="34181"/>
            <a:ext cx="4771744" cy="2564549"/>
          </a:xfrm>
          <a:prstGeom prst="rect">
            <a:avLst/>
          </a:prstGeom>
        </p:spPr>
      </p:pic>
      <p:sp>
        <p:nvSpPr>
          <p:cNvPr id="6" name="ZoneTexte 5">
            <a:extLst>
              <a:ext uri="{FF2B5EF4-FFF2-40B4-BE49-F238E27FC236}">
                <a16:creationId xmlns:a16="http://schemas.microsoft.com/office/drawing/2014/main" id="{A61B3EE5-A392-9BAA-8D5C-5466917005FC}"/>
              </a:ext>
            </a:extLst>
          </p:cNvPr>
          <p:cNvSpPr txBox="1"/>
          <p:nvPr/>
        </p:nvSpPr>
        <p:spPr>
          <a:xfrm>
            <a:off x="180273" y="832563"/>
            <a:ext cx="6543256" cy="4708981"/>
          </a:xfrm>
          <a:prstGeom prst="rect">
            <a:avLst/>
          </a:prstGeom>
          <a:noFill/>
        </p:spPr>
        <p:txBody>
          <a:bodyPr wrap="square" rtlCol="0">
            <a:spAutoFit/>
          </a:bodyPr>
          <a:lstStyle/>
          <a:p>
            <a:r>
              <a:rPr lang="fr-FR" sz="6000" b="1" u="sng" dirty="0">
                <a:solidFill>
                  <a:srgbClr val="002060"/>
                </a:solidFill>
                <a:latin typeface="Arial Black" panose="020B0A04020102020204" pitchFamily="34" charset="0"/>
              </a:rPr>
              <a:t>PROJET DE FIN D'ÉTUDES</a:t>
            </a:r>
          </a:p>
          <a:p>
            <a:r>
              <a:rPr lang="fr-FR" sz="6000" b="1" u="sng" dirty="0">
                <a:solidFill>
                  <a:srgbClr val="002A7E"/>
                </a:solidFill>
                <a:latin typeface="Arial Black" panose="020B0A04020102020204" pitchFamily="34" charset="0"/>
              </a:rPr>
              <a:t>Site Web Touristique AMUDUX</a:t>
            </a:r>
          </a:p>
        </p:txBody>
      </p:sp>
      <p:sp>
        <p:nvSpPr>
          <p:cNvPr id="7" name="ZoneTexte 6">
            <a:extLst>
              <a:ext uri="{FF2B5EF4-FFF2-40B4-BE49-F238E27FC236}">
                <a16:creationId xmlns:a16="http://schemas.microsoft.com/office/drawing/2014/main" id="{72A68C79-C459-1DCE-99E0-3A4C832C1A7A}"/>
              </a:ext>
            </a:extLst>
          </p:cNvPr>
          <p:cNvSpPr txBox="1"/>
          <p:nvPr/>
        </p:nvSpPr>
        <p:spPr>
          <a:xfrm>
            <a:off x="6481482" y="3285499"/>
            <a:ext cx="2918012" cy="2031325"/>
          </a:xfrm>
          <a:prstGeom prst="rect">
            <a:avLst/>
          </a:prstGeom>
          <a:noFill/>
        </p:spPr>
        <p:txBody>
          <a:bodyPr wrap="square" rtlCol="0">
            <a:spAutoFit/>
          </a:bodyPr>
          <a:lstStyle/>
          <a:p>
            <a:r>
              <a:rPr lang="fr-FR" b="1" u="sng" dirty="0">
                <a:solidFill>
                  <a:srgbClr val="002060"/>
                </a:solidFill>
              </a:rPr>
              <a:t>Présenté par :</a:t>
            </a:r>
          </a:p>
          <a:p>
            <a:pPr marL="285750" indent="-285750">
              <a:buFont typeface="Arial" panose="020B0604020202020204" pitchFamily="34" charset="0"/>
              <a:buChar char="•"/>
            </a:pPr>
            <a:r>
              <a:rPr lang="fr-FR" b="1" dirty="0">
                <a:solidFill>
                  <a:srgbClr val="002060"/>
                </a:solidFill>
              </a:rPr>
              <a:t>Fadwa Aabidin</a:t>
            </a:r>
          </a:p>
          <a:p>
            <a:pPr marL="285750" indent="-285750">
              <a:buFont typeface="Arial" panose="020B0604020202020204" pitchFamily="34" charset="0"/>
              <a:buChar char="•"/>
            </a:pPr>
            <a:r>
              <a:rPr lang="fr-FR" b="1" dirty="0">
                <a:solidFill>
                  <a:srgbClr val="002060"/>
                </a:solidFill>
              </a:rPr>
              <a:t>Sana Fangach</a:t>
            </a:r>
          </a:p>
          <a:p>
            <a:pPr marL="285750" indent="-285750">
              <a:buFont typeface="Arial" panose="020B0604020202020204" pitchFamily="34" charset="0"/>
              <a:buChar char="•"/>
            </a:pPr>
            <a:r>
              <a:rPr lang="fr-FR" b="1" dirty="0">
                <a:solidFill>
                  <a:srgbClr val="002060"/>
                </a:solidFill>
              </a:rPr>
              <a:t>Mouhamed Daoudi</a:t>
            </a:r>
          </a:p>
          <a:p>
            <a:pPr marL="285750" indent="-285750">
              <a:buFont typeface="Arial" panose="020B0604020202020204" pitchFamily="34" charset="0"/>
              <a:buChar char="•"/>
            </a:pPr>
            <a:r>
              <a:rPr lang="fr-FR" b="1" dirty="0">
                <a:solidFill>
                  <a:srgbClr val="002060"/>
                </a:solidFill>
              </a:rPr>
              <a:t>Adansar Zakaria</a:t>
            </a:r>
          </a:p>
          <a:p>
            <a:pPr marL="285750" indent="-285750">
              <a:buFont typeface="Arial" panose="020B0604020202020204" pitchFamily="34" charset="0"/>
              <a:buChar char="•"/>
            </a:pPr>
            <a:r>
              <a:rPr lang="fr-FR" b="1" dirty="0">
                <a:solidFill>
                  <a:srgbClr val="002060"/>
                </a:solidFill>
              </a:rPr>
              <a:t>Bakkar Abdessamad</a:t>
            </a:r>
          </a:p>
          <a:p>
            <a:pPr marL="285750" indent="-285750">
              <a:buFont typeface="Arial" panose="020B0604020202020204" pitchFamily="34" charset="0"/>
              <a:buChar char="•"/>
            </a:pPr>
            <a:r>
              <a:rPr lang="fr-FR" b="1" dirty="0">
                <a:solidFill>
                  <a:srgbClr val="002060"/>
                </a:solidFill>
              </a:rPr>
              <a:t>Oubrik Yassine</a:t>
            </a:r>
          </a:p>
        </p:txBody>
      </p:sp>
      <p:sp>
        <p:nvSpPr>
          <p:cNvPr id="8" name="ZoneTexte 7">
            <a:extLst>
              <a:ext uri="{FF2B5EF4-FFF2-40B4-BE49-F238E27FC236}">
                <a16:creationId xmlns:a16="http://schemas.microsoft.com/office/drawing/2014/main" id="{E0F98C1F-6701-CBF2-45CE-86DD81B6F1CA}"/>
              </a:ext>
            </a:extLst>
          </p:cNvPr>
          <p:cNvSpPr txBox="1"/>
          <p:nvPr/>
        </p:nvSpPr>
        <p:spPr>
          <a:xfrm>
            <a:off x="9654988" y="3285499"/>
            <a:ext cx="3052482" cy="923330"/>
          </a:xfrm>
          <a:prstGeom prst="rect">
            <a:avLst/>
          </a:prstGeom>
          <a:noFill/>
        </p:spPr>
        <p:txBody>
          <a:bodyPr wrap="square" rtlCol="0">
            <a:spAutoFit/>
          </a:bodyPr>
          <a:lstStyle/>
          <a:p>
            <a:r>
              <a:rPr lang="fr-FR" b="1" u="sng" dirty="0">
                <a:solidFill>
                  <a:srgbClr val="002060"/>
                </a:solidFill>
              </a:rPr>
              <a:t>Encadre par:</a:t>
            </a:r>
          </a:p>
          <a:p>
            <a:pPr marL="285750" indent="-285750">
              <a:buFont typeface="Arial" panose="020B0604020202020204" pitchFamily="34" charset="0"/>
              <a:buChar char="•"/>
            </a:pPr>
            <a:r>
              <a:rPr lang="fr-FR" b="1" dirty="0">
                <a:solidFill>
                  <a:srgbClr val="002060"/>
                </a:solidFill>
              </a:rPr>
              <a:t>Aarab Hafid</a:t>
            </a:r>
          </a:p>
          <a:p>
            <a:pPr marL="285750" indent="-285750">
              <a:buFont typeface="Arial" panose="020B0604020202020204" pitchFamily="34" charset="0"/>
              <a:buChar char="•"/>
            </a:pPr>
            <a:r>
              <a:rPr lang="fr-FR" b="1" dirty="0">
                <a:solidFill>
                  <a:srgbClr val="002060"/>
                </a:solidFill>
              </a:rPr>
              <a:t>Amkane Oumaima</a:t>
            </a:r>
          </a:p>
        </p:txBody>
      </p:sp>
      <p:sp>
        <p:nvSpPr>
          <p:cNvPr id="9" name="ZoneTexte 8">
            <a:extLst>
              <a:ext uri="{FF2B5EF4-FFF2-40B4-BE49-F238E27FC236}">
                <a16:creationId xmlns:a16="http://schemas.microsoft.com/office/drawing/2014/main" id="{BD5D2BD5-BFD9-181D-22C4-61D4CD691DC2}"/>
              </a:ext>
            </a:extLst>
          </p:cNvPr>
          <p:cNvSpPr txBox="1"/>
          <p:nvPr/>
        </p:nvSpPr>
        <p:spPr>
          <a:xfrm>
            <a:off x="9502589" y="6488668"/>
            <a:ext cx="2823882" cy="369332"/>
          </a:xfrm>
          <a:prstGeom prst="rect">
            <a:avLst/>
          </a:prstGeom>
          <a:noFill/>
        </p:spPr>
        <p:txBody>
          <a:bodyPr wrap="square" rtlCol="0">
            <a:spAutoFit/>
          </a:bodyPr>
          <a:lstStyle/>
          <a:p>
            <a:r>
              <a:rPr lang="fr-FR" dirty="0">
                <a:solidFill>
                  <a:srgbClr val="002060"/>
                </a:solidFill>
              </a:rPr>
              <a:t>Universitaire : 2025 / 2026</a:t>
            </a:r>
          </a:p>
        </p:txBody>
      </p:sp>
      <p:sp>
        <p:nvSpPr>
          <p:cNvPr id="12" name="Rectangle : coins arrondis 11">
            <a:extLst>
              <a:ext uri="{FF2B5EF4-FFF2-40B4-BE49-F238E27FC236}">
                <a16:creationId xmlns:a16="http://schemas.microsoft.com/office/drawing/2014/main" id="{B81646DC-6E2E-A99B-0DF3-9E91A5B445CE}"/>
              </a:ext>
            </a:extLst>
          </p:cNvPr>
          <p:cNvSpPr/>
          <p:nvPr/>
        </p:nvSpPr>
        <p:spPr>
          <a:xfrm rot="19100445">
            <a:off x="11758163" y="-385050"/>
            <a:ext cx="1667435" cy="1425388"/>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0" name="Rectangle : coins arrondis 9">
            <a:extLst>
              <a:ext uri="{FF2B5EF4-FFF2-40B4-BE49-F238E27FC236}">
                <a16:creationId xmlns:a16="http://schemas.microsoft.com/office/drawing/2014/main" id="{04250147-B9AF-1AF5-677D-BFA0A7A6D0E0}"/>
              </a:ext>
            </a:extLst>
          </p:cNvPr>
          <p:cNvSpPr/>
          <p:nvPr/>
        </p:nvSpPr>
        <p:spPr>
          <a:xfrm rot="19100445">
            <a:off x="11976227" y="-385050"/>
            <a:ext cx="1667435" cy="1425388"/>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3" name="Rectangle : coins arrondis 12">
            <a:extLst>
              <a:ext uri="{FF2B5EF4-FFF2-40B4-BE49-F238E27FC236}">
                <a16:creationId xmlns:a16="http://schemas.microsoft.com/office/drawing/2014/main" id="{1D21D642-844E-1AFC-0964-53A1B53715E4}"/>
              </a:ext>
            </a:extLst>
          </p:cNvPr>
          <p:cNvSpPr/>
          <p:nvPr/>
        </p:nvSpPr>
        <p:spPr>
          <a:xfrm rot="19100445">
            <a:off x="6639317" y="6713864"/>
            <a:ext cx="1667435" cy="1425388"/>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4" name="Rectangle : coins arrondis 13">
            <a:extLst>
              <a:ext uri="{FF2B5EF4-FFF2-40B4-BE49-F238E27FC236}">
                <a16:creationId xmlns:a16="http://schemas.microsoft.com/office/drawing/2014/main" id="{50EDBA92-C6D2-A3F6-F634-2C36592D8B77}"/>
              </a:ext>
            </a:extLst>
          </p:cNvPr>
          <p:cNvSpPr/>
          <p:nvPr/>
        </p:nvSpPr>
        <p:spPr>
          <a:xfrm rot="19100445">
            <a:off x="666095" y="-1087119"/>
            <a:ext cx="1667435" cy="1425388"/>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5" name="Rectangle : coins arrondis 14">
            <a:extLst>
              <a:ext uri="{FF2B5EF4-FFF2-40B4-BE49-F238E27FC236}">
                <a16:creationId xmlns:a16="http://schemas.microsoft.com/office/drawing/2014/main" id="{59DD5776-FC5A-404A-5287-13B90719F6DC}"/>
              </a:ext>
            </a:extLst>
          </p:cNvPr>
          <p:cNvSpPr/>
          <p:nvPr/>
        </p:nvSpPr>
        <p:spPr>
          <a:xfrm rot="19100445">
            <a:off x="11873752" y="4896320"/>
            <a:ext cx="1667435" cy="1425388"/>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6" name="Rectangle : coins arrondis 15">
            <a:extLst>
              <a:ext uri="{FF2B5EF4-FFF2-40B4-BE49-F238E27FC236}">
                <a16:creationId xmlns:a16="http://schemas.microsoft.com/office/drawing/2014/main" id="{E47E9A31-BD6E-5BD4-EF28-0DE9CD7F6DF4}"/>
              </a:ext>
            </a:extLst>
          </p:cNvPr>
          <p:cNvSpPr/>
          <p:nvPr/>
        </p:nvSpPr>
        <p:spPr>
          <a:xfrm rot="17956498">
            <a:off x="-1150230" y="6145306"/>
            <a:ext cx="1667435" cy="1425388"/>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7" name="Rectangle : coins arrondis 16">
            <a:extLst>
              <a:ext uri="{FF2B5EF4-FFF2-40B4-BE49-F238E27FC236}">
                <a16:creationId xmlns:a16="http://schemas.microsoft.com/office/drawing/2014/main" id="{9D17D9D2-CACC-2E7E-2878-64403613771E}"/>
              </a:ext>
            </a:extLst>
          </p:cNvPr>
          <p:cNvSpPr/>
          <p:nvPr/>
        </p:nvSpPr>
        <p:spPr>
          <a:xfrm rot="19100445">
            <a:off x="678815" y="-1303079"/>
            <a:ext cx="1667435" cy="1425388"/>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8" name="Rectangle : coins arrondis 17">
            <a:extLst>
              <a:ext uri="{FF2B5EF4-FFF2-40B4-BE49-F238E27FC236}">
                <a16:creationId xmlns:a16="http://schemas.microsoft.com/office/drawing/2014/main" id="{3AED05CA-16E4-4F23-5A4D-A0EEFA96994B}"/>
              </a:ext>
            </a:extLst>
          </p:cNvPr>
          <p:cNvSpPr/>
          <p:nvPr/>
        </p:nvSpPr>
        <p:spPr>
          <a:xfrm rot="18015653">
            <a:off x="-1294882" y="6214040"/>
            <a:ext cx="1667435" cy="1425388"/>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9" name="Rectangle : coins arrondis 18">
            <a:extLst>
              <a:ext uri="{FF2B5EF4-FFF2-40B4-BE49-F238E27FC236}">
                <a16:creationId xmlns:a16="http://schemas.microsoft.com/office/drawing/2014/main" id="{633579F4-2392-DD9C-EA52-44E141435AD7}"/>
              </a:ext>
            </a:extLst>
          </p:cNvPr>
          <p:cNvSpPr/>
          <p:nvPr/>
        </p:nvSpPr>
        <p:spPr>
          <a:xfrm rot="19100445">
            <a:off x="6639318" y="6929826"/>
            <a:ext cx="1667435" cy="1425388"/>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0" name="Rectangle : coins arrondis 19">
            <a:extLst>
              <a:ext uri="{FF2B5EF4-FFF2-40B4-BE49-F238E27FC236}">
                <a16:creationId xmlns:a16="http://schemas.microsoft.com/office/drawing/2014/main" id="{C38214A7-1145-16E1-BBED-42DE971F3C59}"/>
              </a:ext>
            </a:extLst>
          </p:cNvPr>
          <p:cNvSpPr/>
          <p:nvPr/>
        </p:nvSpPr>
        <p:spPr>
          <a:xfrm rot="19100445">
            <a:off x="12191020" y="4896339"/>
            <a:ext cx="1667435" cy="1425388"/>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1" name="Rectangle : coins arrondis 20">
            <a:extLst>
              <a:ext uri="{FF2B5EF4-FFF2-40B4-BE49-F238E27FC236}">
                <a16:creationId xmlns:a16="http://schemas.microsoft.com/office/drawing/2014/main" id="{0FA0A70C-3A0A-945C-4889-503A066D1E84}"/>
              </a:ext>
            </a:extLst>
          </p:cNvPr>
          <p:cNvSpPr/>
          <p:nvPr/>
        </p:nvSpPr>
        <p:spPr>
          <a:xfrm rot="19100445">
            <a:off x="2501488" y="6713865"/>
            <a:ext cx="1667435" cy="1425388"/>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2" name="Rectangle : coins arrondis 21">
            <a:extLst>
              <a:ext uri="{FF2B5EF4-FFF2-40B4-BE49-F238E27FC236}">
                <a16:creationId xmlns:a16="http://schemas.microsoft.com/office/drawing/2014/main" id="{DDE2F8EC-4B17-50DD-EDA3-24ADE2C2BEFF}"/>
              </a:ext>
            </a:extLst>
          </p:cNvPr>
          <p:cNvSpPr/>
          <p:nvPr/>
        </p:nvSpPr>
        <p:spPr>
          <a:xfrm rot="19100445">
            <a:off x="2479695" y="6929825"/>
            <a:ext cx="1667435" cy="1425388"/>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4" name="Rectangle : coins arrondis 23">
            <a:extLst>
              <a:ext uri="{FF2B5EF4-FFF2-40B4-BE49-F238E27FC236}">
                <a16:creationId xmlns:a16="http://schemas.microsoft.com/office/drawing/2014/main" id="{9413E917-50B6-4330-C4B5-497178410524}"/>
              </a:ext>
            </a:extLst>
          </p:cNvPr>
          <p:cNvSpPr/>
          <p:nvPr/>
        </p:nvSpPr>
        <p:spPr>
          <a:xfrm rot="19100445">
            <a:off x="6744372" y="-1207475"/>
            <a:ext cx="1667435" cy="1425388"/>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3" name="Rectangle : coins arrondis 22">
            <a:extLst>
              <a:ext uri="{FF2B5EF4-FFF2-40B4-BE49-F238E27FC236}">
                <a16:creationId xmlns:a16="http://schemas.microsoft.com/office/drawing/2014/main" id="{5A7617EF-FD1D-A794-3B13-9FC7D29F964D}"/>
              </a:ext>
            </a:extLst>
          </p:cNvPr>
          <p:cNvSpPr/>
          <p:nvPr/>
        </p:nvSpPr>
        <p:spPr>
          <a:xfrm rot="19100445">
            <a:off x="6749185" y="-1486310"/>
            <a:ext cx="1667435" cy="1425388"/>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6" name="Rectangle : coins arrondis 25">
            <a:extLst>
              <a:ext uri="{FF2B5EF4-FFF2-40B4-BE49-F238E27FC236}">
                <a16:creationId xmlns:a16="http://schemas.microsoft.com/office/drawing/2014/main" id="{4DE424A2-87F8-C330-7916-871445098B1D}"/>
              </a:ext>
            </a:extLst>
          </p:cNvPr>
          <p:cNvSpPr/>
          <p:nvPr/>
        </p:nvSpPr>
        <p:spPr>
          <a:xfrm rot="19100445">
            <a:off x="11685926" y="2229421"/>
            <a:ext cx="1667435" cy="1425388"/>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7" name="Rectangle : coins arrondis 26">
            <a:extLst>
              <a:ext uri="{FF2B5EF4-FFF2-40B4-BE49-F238E27FC236}">
                <a16:creationId xmlns:a16="http://schemas.microsoft.com/office/drawing/2014/main" id="{CE332454-137D-E1B2-69DA-78503890E705}"/>
              </a:ext>
            </a:extLst>
          </p:cNvPr>
          <p:cNvSpPr/>
          <p:nvPr/>
        </p:nvSpPr>
        <p:spPr>
          <a:xfrm rot="19100445">
            <a:off x="11976226" y="2255635"/>
            <a:ext cx="1667435" cy="1425388"/>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9359431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8D2E8-927B-841F-C05A-2E059A9DBA90}"/>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E145104C-35E1-308D-0397-5CCA7A5808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07469" y="-1965137"/>
            <a:ext cx="4771744" cy="2564549"/>
          </a:xfrm>
          <a:prstGeom prst="rect">
            <a:avLst/>
          </a:prstGeom>
        </p:spPr>
      </p:pic>
      <p:sp>
        <p:nvSpPr>
          <p:cNvPr id="12" name="Rectangle : coins arrondis 11">
            <a:extLst>
              <a:ext uri="{FF2B5EF4-FFF2-40B4-BE49-F238E27FC236}">
                <a16:creationId xmlns:a16="http://schemas.microsoft.com/office/drawing/2014/main" id="{8E7EED1D-27FE-5DA7-1507-D7E34F6ECF9D}"/>
              </a:ext>
            </a:extLst>
          </p:cNvPr>
          <p:cNvSpPr/>
          <p:nvPr/>
        </p:nvSpPr>
        <p:spPr>
          <a:xfrm rot="19100445">
            <a:off x="7316963" y="1793179"/>
            <a:ext cx="1672895" cy="1693210"/>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0" name="Rectangle : coins arrondis 9">
            <a:extLst>
              <a:ext uri="{FF2B5EF4-FFF2-40B4-BE49-F238E27FC236}">
                <a16:creationId xmlns:a16="http://schemas.microsoft.com/office/drawing/2014/main" id="{9676E7BE-F7F9-AC00-B080-1688ABB32E7C}"/>
              </a:ext>
            </a:extLst>
          </p:cNvPr>
          <p:cNvSpPr/>
          <p:nvPr/>
        </p:nvSpPr>
        <p:spPr>
          <a:xfrm rot="19100445">
            <a:off x="6917714" y="2155145"/>
            <a:ext cx="2224481" cy="1889109"/>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3" name="Rectangle : coins arrondis 12">
            <a:extLst>
              <a:ext uri="{FF2B5EF4-FFF2-40B4-BE49-F238E27FC236}">
                <a16:creationId xmlns:a16="http://schemas.microsoft.com/office/drawing/2014/main" id="{7A543F5E-6B97-22D1-D0A0-1CA1EDC3D2D7}"/>
              </a:ext>
            </a:extLst>
          </p:cNvPr>
          <p:cNvSpPr/>
          <p:nvPr/>
        </p:nvSpPr>
        <p:spPr>
          <a:xfrm rot="19100445">
            <a:off x="5358911" y="3718385"/>
            <a:ext cx="1809042" cy="1540183"/>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4" name="Rectangle : coins arrondis 13">
            <a:extLst>
              <a:ext uri="{FF2B5EF4-FFF2-40B4-BE49-F238E27FC236}">
                <a16:creationId xmlns:a16="http://schemas.microsoft.com/office/drawing/2014/main" id="{DB2910E9-F900-229A-37CA-FC5D0755D9E8}"/>
              </a:ext>
            </a:extLst>
          </p:cNvPr>
          <p:cNvSpPr/>
          <p:nvPr/>
        </p:nvSpPr>
        <p:spPr>
          <a:xfrm rot="19100445">
            <a:off x="910373" y="1777134"/>
            <a:ext cx="1667435" cy="1513025"/>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6" name="Rectangle : coins arrondis 15">
            <a:extLst>
              <a:ext uri="{FF2B5EF4-FFF2-40B4-BE49-F238E27FC236}">
                <a16:creationId xmlns:a16="http://schemas.microsoft.com/office/drawing/2014/main" id="{C0920A21-702F-99A3-54C3-D6BB2ECEE2A7}"/>
              </a:ext>
            </a:extLst>
          </p:cNvPr>
          <p:cNvSpPr/>
          <p:nvPr/>
        </p:nvSpPr>
        <p:spPr>
          <a:xfrm rot="17956498">
            <a:off x="4756553" y="526427"/>
            <a:ext cx="561438" cy="560054"/>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5" name="Rectangle : coins arrondis 14">
            <a:extLst>
              <a:ext uri="{FF2B5EF4-FFF2-40B4-BE49-F238E27FC236}">
                <a16:creationId xmlns:a16="http://schemas.microsoft.com/office/drawing/2014/main" id="{646DBD12-7BF6-3F1A-3896-10F98CF7EFC9}"/>
              </a:ext>
            </a:extLst>
          </p:cNvPr>
          <p:cNvSpPr/>
          <p:nvPr/>
        </p:nvSpPr>
        <p:spPr>
          <a:xfrm rot="19100445">
            <a:off x="8339777" y="3822382"/>
            <a:ext cx="1801887" cy="1444621"/>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7" name="Rectangle : coins arrondis 16">
            <a:extLst>
              <a:ext uri="{FF2B5EF4-FFF2-40B4-BE49-F238E27FC236}">
                <a16:creationId xmlns:a16="http://schemas.microsoft.com/office/drawing/2014/main" id="{C698A3A5-8D35-FE04-EF79-DC7B95C298BA}"/>
              </a:ext>
            </a:extLst>
          </p:cNvPr>
          <p:cNvSpPr/>
          <p:nvPr/>
        </p:nvSpPr>
        <p:spPr>
          <a:xfrm rot="19100445">
            <a:off x="614768" y="2161018"/>
            <a:ext cx="2201926" cy="1976622"/>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8" name="Rectangle : coins arrondis 17">
            <a:extLst>
              <a:ext uri="{FF2B5EF4-FFF2-40B4-BE49-F238E27FC236}">
                <a16:creationId xmlns:a16="http://schemas.microsoft.com/office/drawing/2014/main" id="{11A259A2-6EBD-F945-FF6E-C3EFE8B657BD}"/>
              </a:ext>
            </a:extLst>
          </p:cNvPr>
          <p:cNvSpPr/>
          <p:nvPr/>
        </p:nvSpPr>
        <p:spPr>
          <a:xfrm rot="18015653">
            <a:off x="4578392" y="535815"/>
            <a:ext cx="637676" cy="625341"/>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19" name="Rectangle : coins arrondis 18">
            <a:extLst>
              <a:ext uri="{FF2B5EF4-FFF2-40B4-BE49-F238E27FC236}">
                <a16:creationId xmlns:a16="http://schemas.microsoft.com/office/drawing/2014/main" id="{B558F6D7-5C33-1C3B-99EC-DA3BBBED964E}"/>
              </a:ext>
            </a:extLst>
          </p:cNvPr>
          <p:cNvSpPr/>
          <p:nvPr/>
        </p:nvSpPr>
        <p:spPr>
          <a:xfrm rot="19100445">
            <a:off x="5066426" y="4006042"/>
            <a:ext cx="2319970" cy="2123187"/>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0" name="Rectangle : coins arrondis 19">
            <a:extLst>
              <a:ext uri="{FF2B5EF4-FFF2-40B4-BE49-F238E27FC236}">
                <a16:creationId xmlns:a16="http://schemas.microsoft.com/office/drawing/2014/main" id="{C7C59BEF-A4E5-A4A0-ACB7-9BB2D63E1EE4}"/>
              </a:ext>
            </a:extLst>
          </p:cNvPr>
          <p:cNvSpPr/>
          <p:nvPr/>
        </p:nvSpPr>
        <p:spPr>
          <a:xfrm rot="19100445">
            <a:off x="8021975" y="4102555"/>
            <a:ext cx="2357395" cy="2083458"/>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1" name="Rectangle : coins arrondis 20">
            <a:extLst>
              <a:ext uri="{FF2B5EF4-FFF2-40B4-BE49-F238E27FC236}">
                <a16:creationId xmlns:a16="http://schemas.microsoft.com/office/drawing/2014/main" id="{F1CACCCD-C5E1-1E49-FEA0-841B806EE91C}"/>
              </a:ext>
            </a:extLst>
          </p:cNvPr>
          <p:cNvSpPr/>
          <p:nvPr/>
        </p:nvSpPr>
        <p:spPr>
          <a:xfrm rot="19100445">
            <a:off x="9973401" y="1927090"/>
            <a:ext cx="1667435" cy="1425388"/>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2" name="Rectangle : coins arrondis 21">
            <a:extLst>
              <a:ext uri="{FF2B5EF4-FFF2-40B4-BE49-F238E27FC236}">
                <a16:creationId xmlns:a16="http://schemas.microsoft.com/office/drawing/2014/main" id="{C5ED9279-3696-3B70-DF9A-A619DD8183AB}"/>
              </a:ext>
            </a:extLst>
          </p:cNvPr>
          <p:cNvSpPr/>
          <p:nvPr/>
        </p:nvSpPr>
        <p:spPr>
          <a:xfrm rot="19100445">
            <a:off x="9794948" y="2209479"/>
            <a:ext cx="2024340" cy="1771982"/>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4" name="Rectangle : coins arrondis 23">
            <a:extLst>
              <a:ext uri="{FF2B5EF4-FFF2-40B4-BE49-F238E27FC236}">
                <a16:creationId xmlns:a16="http://schemas.microsoft.com/office/drawing/2014/main" id="{34180589-DFE4-1CAA-36FE-AFA3898C706F}"/>
              </a:ext>
            </a:extLst>
          </p:cNvPr>
          <p:cNvSpPr/>
          <p:nvPr/>
        </p:nvSpPr>
        <p:spPr>
          <a:xfrm rot="19100445">
            <a:off x="3988199" y="1816057"/>
            <a:ext cx="1812398" cy="1536411"/>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3" name="Rectangle : coins arrondis 22">
            <a:extLst>
              <a:ext uri="{FF2B5EF4-FFF2-40B4-BE49-F238E27FC236}">
                <a16:creationId xmlns:a16="http://schemas.microsoft.com/office/drawing/2014/main" id="{2E485A8A-F07E-0809-0AD4-E41A605D1726}"/>
              </a:ext>
            </a:extLst>
          </p:cNvPr>
          <p:cNvSpPr/>
          <p:nvPr/>
        </p:nvSpPr>
        <p:spPr>
          <a:xfrm rot="19100445">
            <a:off x="3795095" y="2123757"/>
            <a:ext cx="2176154" cy="1943427"/>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6" name="Rectangle : coins arrondis 25">
            <a:extLst>
              <a:ext uri="{FF2B5EF4-FFF2-40B4-BE49-F238E27FC236}">
                <a16:creationId xmlns:a16="http://schemas.microsoft.com/office/drawing/2014/main" id="{8D2BE0FB-DC84-68C5-20CE-B263DCC4AE41}"/>
              </a:ext>
            </a:extLst>
          </p:cNvPr>
          <p:cNvSpPr/>
          <p:nvPr/>
        </p:nvSpPr>
        <p:spPr>
          <a:xfrm rot="19100445">
            <a:off x="2193419" y="3800932"/>
            <a:ext cx="1835684" cy="1510240"/>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7" name="Rectangle : coins arrondis 26">
            <a:extLst>
              <a:ext uri="{FF2B5EF4-FFF2-40B4-BE49-F238E27FC236}">
                <a16:creationId xmlns:a16="http://schemas.microsoft.com/office/drawing/2014/main" id="{7D034EE4-5E9F-1F45-0293-84408673E75E}"/>
              </a:ext>
            </a:extLst>
          </p:cNvPr>
          <p:cNvSpPr/>
          <p:nvPr/>
        </p:nvSpPr>
        <p:spPr>
          <a:xfrm rot="19100445">
            <a:off x="1855580" y="4097400"/>
            <a:ext cx="2439458" cy="2101998"/>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596699B8-1472-3C1A-25DF-5352D7F50399}"/>
              </a:ext>
            </a:extLst>
          </p:cNvPr>
          <p:cNvSpPr txBox="1"/>
          <p:nvPr/>
        </p:nvSpPr>
        <p:spPr>
          <a:xfrm>
            <a:off x="5327971" y="226195"/>
            <a:ext cx="2710960" cy="1200329"/>
          </a:xfrm>
          <a:prstGeom prst="rect">
            <a:avLst/>
          </a:prstGeom>
          <a:noFill/>
        </p:spPr>
        <p:txBody>
          <a:bodyPr wrap="square" rtlCol="0">
            <a:spAutoFit/>
          </a:bodyPr>
          <a:lstStyle/>
          <a:p>
            <a:r>
              <a:rPr lang="fr-FR" sz="7200" u="sng" dirty="0">
                <a:solidFill>
                  <a:srgbClr val="002060"/>
                </a:solidFill>
                <a:latin typeface="Arial Black" panose="020B0A04020102020204" pitchFamily="34" charset="0"/>
              </a:rPr>
              <a:t>Plan</a:t>
            </a:r>
            <a:endParaRPr lang="fr-FR" sz="7200" b="1" u="sng" dirty="0">
              <a:solidFill>
                <a:srgbClr val="002060"/>
              </a:solidFill>
              <a:latin typeface="Arial Black" panose="020B0A04020102020204" pitchFamily="34" charset="0"/>
            </a:endParaRPr>
          </a:p>
        </p:txBody>
      </p:sp>
      <p:sp>
        <p:nvSpPr>
          <p:cNvPr id="45" name="ZoneTexte 44">
            <a:extLst>
              <a:ext uri="{FF2B5EF4-FFF2-40B4-BE49-F238E27FC236}">
                <a16:creationId xmlns:a16="http://schemas.microsoft.com/office/drawing/2014/main" id="{315B46D2-E6C9-BC56-47D1-FE8819E48ACF}"/>
              </a:ext>
            </a:extLst>
          </p:cNvPr>
          <p:cNvSpPr txBox="1"/>
          <p:nvPr/>
        </p:nvSpPr>
        <p:spPr>
          <a:xfrm>
            <a:off x="590155" y="2789923"/>
            <a:ext cx="2331945" cy="523220"/>
          </a:xfrm>
          <a:prstGeom prst="rect">
            <a:avLst/>
          </a:prstGeom>
          <a:noFill/>
        </p:spPr>
        <p:txBody>
          <a:bodyPr wrap="square" rtlCol="0">
            <a:spAutoFit/>
          </a:bodyPr>
          <a:lstStyle/>
          <a:p>
            <a:r>
              <a:rPr lang="fr-FR" sz="28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Introduction</a:t>
            </a:r>
          </a:p>
        </p:txBody>
      </p:sp>
      <p:sp>
        <p:nvSpPr>
          <p:cNvPr id="46" name="ZoneTexte 45">
            <a:extLst>
              <a:ext uri="{FF2B5EF4-FFF2-40B4-BE49-F238E27FC236}">
                <a16:creationId xmlns:a16="http://schemas.microsoft.com/office/drawing/2014/main" id="{E6CAD300-5660-3168-AC9D-0F9B294B2629}"/>
              </a:ext>
            </a:extLst>
          </p:cNvPr>
          <p:cNvSpPr txBox="1"/>
          <p:nvPr/>
        </p:nvSpPr>
        <p:spPr>
          <a:xfrm>
            <a:off x="1556376" y="2291874"/>
            <a:ext cx="891449" cy="584775"/>
          </a:xfrm>
          <a:prstGeom prst="rect">
            <a:avLst/>
          </a:prstGeom>
          <a:noFill/>
        </p:spPr>
        <p:txBody>
          <a:bodyPr wrap="square" rtlCol="0">
            <a:spAutoFit/>
          </a:bodyPr>
          <a:lstStyle/>
          <a:p>
            <a:r>
              <a:rPr lang="fr-FR"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1</a:t>
            </a:r>
            <a:r>
              <a:rPr lang="fr-FR" dirty="0"/>
              <a:t> </a:t>
            </a:r>
          </a:p>
        </p:txBody>
      </p:sp>
      <p:sp>
        <p:nvSpPr>
          <p:cNvPr id="47" name="ZoneTexte 46">
            <a:extLst>
              <a:ext uri="{FF2B5EF4-FFF2-40B4-BE49-F238E27FC236}">
                <a16:creationId xmlns:a16="http://schemas.microsoft.com/office/drawing/2014/main" id="{577CD2BB-C853-469C-6766-72BD57F5A5EA}"/>
              </a:ext>
            </a:extLst>
          </p:cNvPr>
          <p:cNvSpPr txBox="1"/>
          <p:nvPr/>
        </p:nvSpPr>
        <p:spPr>
          <a:xfrm>
            <a:off x="4792120" y="2241258"/>
            <a:ext cx="891449" cy="584775"/>
          </a:xfrm>
          <a:prstGeom prst="rect">
            <a:avLst/>
          </a:prstGeom>
          <a:noFill/>
        </p:spPr>
        <p:txBody>
          <a:bodyPr wrap="square" rtlCol="0">
            <a:spAutoFit/>
          </a:bodyPr>
          <a:lstStyle/>
          <a:p>
            <a:r>
              <a:rPr lang="fr-FR"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2</a:t>
            </a:r>
            <a:r>
              <a:rPr lang="fr-FR" dirty="0"/>
              <a:t> </a:t>
            </a:r>
          </a:p>
        </p:txBody>
      </p:sp>
      <p:sp>
        <p:nvSpPr>
          <p:cNvPr id="52" name="Rectangle 2">
            <a:extLst>
              <a:ext uri="{FF2B5EF4-FFF2-40B4-BE49-F238E27FC236}">
                <a16:creationId xmlns:a16="http://schemas.microsoft.com/office/drawing/2014/main" id="{EB42638B-1496-DC3F-4CE7-A9A5F6558E25}"/>
              </a:ext>
            </a:extLst>
          </p:cNvPr>
          <p:cNvSpPr>
            <a:spLocks noChangeArrowheads="1"/>
          </p:cNvSpPr>
          <p:nvPr/>
        </p:nvSpPr>
        <p:spPr bwMode="auto">
          <a:xfrm>
            <a:off x="3603999" y="2456246"/>
            <a:ext cx="2481301"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tabLst/>
            </a:pPr>
            <a:r>
              <a:rPr kumimoji="0" lang="fr-FR" altLang="fr-FR" sz="2800" b="1" i="0" u="none" strike="noStrike" cap="none" normalizeH="0" baseline="0" dirty="0">
                <a:ln>
                  <a:noFill/>
                </a:ln>
                <a:solidFill>
                  <a:schemeClr val="bg1"/>
                </a:solidFill>
                <a:effectLst/>
                <a:latin typeface="ADLaM Display" panose="02010000000000000000" pitchFamily="2" charset="0"/>
                <a:ea typeface="ADLaM Display" panose="02010000000000000000" pitchFamily="2" charset="0"/>
                <a:cs typeface="ADLaM Display" panose="02010000000000000000" pitchFamily="2" charset="0"/>
              </a:rPr>
              <a:t>Contexte général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54" name="ZoneTexte 53">
            <a:extLst>
              <a:ext uri="{FF2B5EF4-FFF2-40B4-BE49-F238E27FC236}">
                <a16:creationId xmlns:a16="http://schemas.microsoft.com/office/drawing/2014/main" id="{ED15FDED-1F0A-766B-338A-01C266B4A29F}"/>
              </a:ext>
            </a:extLst>
          </p:cNvPr>
          <p:cNvSpPr txBox="1"/>
          <p:nvPr/>
        </p:nvSpPr>
        <p:spPr>
          <a:xfrm>
            <a:off x="7901949" y="2203481"/>
            <a:ext cx="891449" cy="584775"/>
          </a:xfrm>
          <a:prstGeom prst="rect">
            <a:avLst/>
          </a:prstGeom>
          <a:noFill/>
        </p:spPr>
        <p:txBody>
          <a:bodyPr wrap="square" rtlCol="0">
            <a:spAutoFit/>
          </a:bodyPr>
          <a:lstStyle/>
          <a:p>
            <a:r>
              <a:rPr lang="fr-FR"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3</a:t>
            </a:r>
            <a:r>
              <a:rPr lang="fr-FR" dirty="0"/>
              <a:t> </a:t>
            </a:r>
          </a:p>
        </p:txBody>
      </p:sp>
      <p:sp>
        <p:nvSpPr>
          <p:cNvPr id="55" name="Rectangle 2">
            <a:extLst>
              <a:ext uri="{FF2B5EF4-FFF2-40B4-BE49-F238E27FC236}">
                <a16:creationId xmlns:a16="http://schemas.microsoft.com/office/drawing/2014/main" id="{CFA6836C-0E26-3285-A342-DBF085FEFD10}"/>
              </a:ext>
            </a:extLst>
          </p:cNvPr>
          <p:cNvSpPr>
            <a:spLocks noChangeArrowheads="1"/>
          </p:cNvSpPr>
          <p:nvPr/>
        </p:nvSpPr>
        <p:spPr bwMode="auto">
          <a:xfrm>
            <a:off x="13897919" y="6068763"/>
            <a:ext cx="248130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60" name="Rectangle 6">
            <a:extLst>
              <a:ext uri="{FF2B5EF4-FFF2-40B4-BE49-F238E27FC236}">
                <a16:creationId xmlns:a16="http://schemas.microsoft.com/office/drawing/2014/main" id="{5F5CA6C7-648E-CC8A-58DF-E7060C74EE30}"/>
              </a:ext>
            </a:extLst>
          </p:cNvPr>
          <p:cNvSpPr>
            <a:spLocks noChangeArrowheads="1"/>
          </p:cNvSpPr>
          <p:nvPr/>
        </p:nvSpPr>
        <p:spPr bwMode="auto">
          <a:xfrm flipH="1">
            <a:off x="6896520" y="2552888"/>
            <a:ext cx="274863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fr-FR" altLang="fr-FR" sz="2400" b="0" i="0" u="none" strike="noStrike" cap="none" normalizeH="0" baseline="0" dirty="0">
                <a:ln>
                  <a:noFill/>
                </a:ln>
                <a:solidFill>
                  <a:schemeClr val="bg1"/>
                </a:solidFill>
                <a:effectLst/>
                <a:latin typeface="ADLaM Display" panose="02010000000000000000" pitchFamily="2" charset="0"/>
                <a:ea typeface="ADLaM Display" panose="02010000000000000000" pitchFamily="2" charset="0"/>
                <a:cs typeface="ADLaM Display" panose="02010000000000000000" pitchFamily="2" charset="0"/>
              </a:rPr>
              <a:t>Problématique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65" name="Rectangle 9">
            <a:extLst>
              <a:ext uri="{FF2B5EF4-FFF2-40B4-BE49-F238E27FC236}">
                <a16:creationId xmlns:a16="http://schemas.microsoft.com/office/drawing/2014/main" id="{15ECD451-5A14-DAB6-570A-CA759FDD7597}"/>
              </a:ext>
            </a:extLst>
          </p:cNvPr>
          <p:cNvSpPr>
            <a:spLocks noChangeArrowheads="1"/>
          </p:cNvSpPr>
          <p:nvPr/>
        </p:nvSpPr>
        <p:spPr bwMode="auto">
          <a:xfrm>
            <a:off x="9694259" y="2383334"/>
            <a:ext cx="2251467"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tabLst/>
            </a:pPr>
            <a:r>
              <a:rPr kumimoji="0" lang="fr-FR" altLang="fr-FR" sz="2800" b="0" i="0" u="none" strike="noStrike" cap="none" normalizeH="0" baseline="0" dirty="0">
                <a:ln>
                  <a:noFill/>
                </a:ln>
                <a:solidFill>
                  <a:schemeClr val="bg1"/>
                </a:solidFill>
                <a:effectLst/>
                <a:latin typeface="ADLaM Display" panose="02010000000000000000" pitchFamily="2" charset="0"/>
                <a:ea typeface="ADLaM Display" panose="02010000000000000000" pitchFamily="2" charset="0"/>
                <a:cs typeface="ADLaM Display" panose="02010000000000000000" pitchFamily="2" charset="0"/>
              </a:rPr>
              <a:t>Solution proposée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66" name="ZoneTexte 65">
            <a:extLst>
              <a:ext uri="{FF2B5EF4-FFF2-40B4-BE49-F238E27FC236}">
                <a16:creationId xmlns:a16="http://schemas.microsoft.com/office/drawing/2014/main" id="{CC72D809-AD64-9D99-68DF-88E0083AA794}"/>
              </a:ext>
            </a:extLst>
          </p:cNvPr>
          <p:cNvSpPr txBox="1"/>
          <p:nvPr/>
        </p:nvSpPr>
        <p:spPr>
          <a:xfrm>
            <a:off x="10682194" y="2163859"/>
            <a:ext cx="891449" cy="584775"/>
          </a:xfrm>
          <a:prstGeom prst="rect">
            <a:avLst/>
          </a:prstGeom>
          <a:noFill/>
        </p:spPr>
        <p:txBody>
          <a:bodyPr wrap="square" rtlCol="0">
            <a:spAutoFit/>
          </a:bodyPr>
          <a:lstStyle/>
          <a:p>
            <a:r>
              <a:rPr lang="fr-FR"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4</a:t>
            </a:r>
            <a:r>
              <a:rPr lang="fr-FR" dirty="0"/>
              <a:t> </a:t>
            </a:r>
          </a:p>
        </p:txBody>
      </p:sp>
      <p:sp>
        <p:nvSpPr>
          <p:cNvPr id="67" name="ZoneTexte 66">
            <a:extLst>
              <a:ext uri="{FF2B5EF4-FFF2-40B4-BE49-F238E27FC236}">
                <a16:creationId xmlns:a16="http://schemas.microsoft.com/office/drawing/2014/main" id="{00D26041-020A-9F20-2346-152618195ACD}"/>
              </a:ext>
            </a:extLst>
          </p:cNvPr>
          <p:cNvSpPr txBox="1"/>
          <p:nvPr/>
        </p:nvSpPr>
        <p:spPr>
          <a:xfrm>
            <a:off x="2888113" y="4093235"/>
            <a:ext cx="891449" cy="584775"/>
          </a:xfrm>
          <a:prstGeom prst="rect">
            <a:avLst/>
          </a:prstGeom>
          <a:noFill/>
        </p:spPr>
        <p:txBody>
          <a:bodyPr wrap="square" rtlCol="0">
            <a:spAutoFit/>
          </a:bodyPr>
          <a:lstStyle/>
          <a:p>
            <a:r>
              <a:rPr lang="fr-FR"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5</a:t>
            </a:r>
            <a:r>
              <a:rPr lang="fr-FR" dirty="0"/>
              <a:t> </a:t>
            </a:r>
          </a:p>
        </p:txBody>
      </p:sp>
      <p:sp>
        <p:nvSpPr>
          <p:cNvPr id="69" name="Rectangle 10">
            <a:extLst>
              <a:ext uri="{FF2B5EF4-FFF2-40B4-BE49-F238E27FC236}">
                <a16:creationId xmlns:a16="http://schemas.microsoft.com/office/drawing/2014/main" id="{82B7FB6A-7871-E30A-44D6-C06B4CBBF7D7}"/>
              </a:ext>
            </a:extLst>
          </p:cNvPr>
          <p:cNvSpPr>
            <a:spLocks noChangeArrowheads="1"/>
          </p:cNvSpPr>
          <p:nvPr/>
        </p:nvSpPr>
        <p:spPr bwMode="auto">
          <a:xfrm>
            <a:off x="1246901" y="4488477"/>
            <a:ext cx="3563471"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tabLst/>
            </a:pPr>
            <a:r>
              <a:rPr kumimoji="0" lang="fr-FR" altLang="fr-FR" sz="2600" b="1" i="0" u="none" strike="noStrike" cap="none" normalizeH="0" baseline="0" dirty="0">
                <a:ln>
                  <a:noFill/>
                </a:ln>
                <a:solidFill>
                  <a:schemeClr val="bg1"/>
                </a:solidFill>
                <a:effectLst/>
                <a:latin typeface="ADLaM Display" panose="02010000000000000000" pitchFamily="2" charset="0"/>
                <a:ea typeface="ADLaM Display" panose="02010000000000000000" pitchFamily="2" charset="0"/>
                <a:cs typeface="ADLaM Display" panose="02010000000000000000" pitchFamily="2" charset="0"/>
              </a:rPr>
              <a:t>Développement &amp;Technologies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70" name="ZoneTexte 69">
            <a:extLst>
              <a:ext uri="{FF2B5EF4-FFF2-40B4-BE49-F238E27FC236}">
                <a16:creationId xmlns:a16="http://schemas.microsoft.com/office/drawing/2014/main" id="{6B8C9577-236F-6976-5038-0A1AC2807B71}"/>
              </a:ext>
            </a:extLst>
          </p:cNvPr>
          <p:cNvSpPr txBox="1"/>
          <p:nvPr/>
        </p:nvSpPr>
        <p:spPr>
          <a:xfrm>
            <a:off x="10570474" y="4590104"/>
            <a:ext cx="891449" cy="584775"/>
          </a:xfrm>
          <a:prstGeom prst="rect">
            <a:avLst/>
          </a:prstGeom>
          <a:noFill/>
        </p:spPr>
        <p:txBody>
          <a:bodyPr wrap="square" rtlCol="0">
            <a:spAutoFit/>
          </a:bodyPr>
          <a:lstStyle/>
          <a:p>
            <a:r>
              <a:rPr lang="fr-FR"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3</a:t>
            </a:r>
            <a:r>
              <a:rPr lang="fr-FR" dirty="0"/>
              <a:t> </a:t>
            </a:r>
          </a:p>
        </p:txBody>
      </p:sp>
      <p:sp>
        <p:nvSpPr>
          <p:cNvPr id="71" name="ZoneTexte 70">
            <a:extLst>
              <a:ext uri="{FF2B5EF4-FFF2-40B4-BE49-F238E27FC236}">
                <a16:creationId xmlns:a16="http://schemas.microsoft.com/office/drawing/2014/main" id="{089024E8-5FC6-A19F-36EF-5CFAFA71D94E}"/>
              </a:ext>
            </a:extLst>
          </p:cNvPr>
          <p:cNvSpPr txBox="1"/>
          <p:nvPr/>
        </p:nvSpPr>
        <p:spPr>
          <a:xfrm>
            <a:off x="6078358" y="4090883"/>
            <a:ext cx="891449" cy="584775"/>
          </a:xfrm>
          <a:prstGeom prst="rect">
            <a:avLst/>
          </a:prstGeom>
          <a:noFill/>
        </p:spPr>
        <p:txBody>
          <a:bodyPr wrap="square" rtlCol="0">
            <a:spAutoFit/>
          </a:bodyPr>
          <a:lstStyle/>
          <a:p>
            <a:r>
              <a:rPr lang="fr-FR"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6</a:t>
            </a:r>
            <a:r>
              <a:rPr lang="fr-FR" dirty="0"/>
              <a:t> </a:t>
            </a:r>
          </a:p>
        </p:txBody>
      </p:sp>
      <p:sp>
        <p:nvSpPr>
          <p:cNvPr id="72" name="Rectangle 11">
            <a:extLst>
              <a:ext uri="{FF2B5EF4-FFF2-40B4-BE49-F238E27FC236}">
                <a16:creationId xmlns:a16="http://schemas.microsoft.com/office/drawing/2014/main" id="{9259C87A-D4C2-0021-83F1-75401F52A153}"/>
              </a:ext>
            </a:extLst>
          </p:cNvPr>
          <p:cNvSpPr>
            <a:spLocks noChangeArrowheads="1"/>
          </p:cNvSpPr>
          <p:nvPr/>
        </p:nvSpPr>
        <p:spPr bwMode="auto">
          <a:xfrm>
            <a:off x="4771235" y="4491948"/>
            <a:ext cx="291035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tabLst/>
            </a:pPr>
            <a:r>
              <a:rPr kumimoji="0" lang="fr-FR" altLang="fr-FR" sz="2800" b="1" i="0" u="none" strike="noStrike" cap="none" normalizeH="0" baseline="0" dirty="0">
                <a:ln>
                  <a:noFill/>
                </a:ln>
                <a:solidFill>
                  <a:schemeClr val="bg1"/>
                </a:solidFill>
                <a:effectLst/>
                <a:latin typeface="ADLaM Display" panose="02010000000000000000" pitchFamily="2" charset="0"/>
                <a:ea typeface="ADLaM Display" panose="02010000000000000000" pitchFamily="2" charset="0"/>
                <a:cs typeface="ADLaM Display" panose="02010000000000000000" pitchFamily="2" charset="0"/>
              </a:rPr>
              <a:t>Démonstration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74" name="ZoneTexte 73">
            <a:extLst>
              <a:ext uri="{FF2B5EF4-FFF2-40B4-BE49-F238E27FC236}">
                <a16:creationId xmlns:a16="http://schemas.microsoft.com/office/drawing/2014/main" id="{84D0183E-8C0B-C78A-D20C-3C52F76E5D46}"/>
              </a:ext>
            </a:extLst>
          </p:cNvPr>
          <p:cNvSpPr txBox="1"/>
          <p:nvPr/>
        </p:nvSpPr>
        <p:spPr>
          <a:xfrm>
            <a:off x="8955808" y="4096804"/>
            <a:ext cx="891449" cy="584775"/>
          </a:xfrm>
          <a:prstGeom prst="rect">
            <a:avLst/>
          </a:prstGeom>
          <a:noFill/>
        </p:spPr>
        <p:txBody>
          <a:bodyPr wrap="square" rtlCol="0">
            <a:spAutoFit/>
          </a:bodyPr>
          <a:lstStyle/>
          <a:p>
            <a:r>
              <a:rPr lang="fr-FR"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7</a:t>
            </a:r>
            <a:r>
              <a:rPr lang="fr-FR" dirty="0"/>
              <a:t> </a:t>
            </a:r>
          </a:p>
        </p:txBody>
      </p:sp>
      <p:sp>
        <p:nvSpPr>
          <p:cNvPr id="75" name="Rectangle 13">
            <a:extLst>
              <a:ext uri="{FF2B5EF4-FFF2-40B4-BE49-F238E27FC236}">
                <a16:creationId xmlns:a16="http://schemas.microsoft.com/office/drawing/2014/main" id="{10CB6183-5D73-3BB1-E3B2-E59A09579A69}"/>
              </a:ext>
            </a:extLst>
          </p:cNvPr>
          <p:cNvSpPr>
            <a:spLocks noChangeArrowheads="1"/>
          </p:cNvSpPr>
          <p:nvPr/>
        </p:nvSpPr>
        <p:spPr bwMode="auto">
          <a:xfrm>
            <a:off x="7901949" y="4520137"/>
            <a:ext cx="2554532"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tabLst/>
            </a:pPr>
            <a:r>
              <a:rPr kumimoji="0" lang="fr-FR" altLang="fr-FR" sz="2800" b="1" i="0" u="none" strike="noStrike" cap="none" normalizeH="0" baseline="0" dirty="0">
                <a:ln>
                  <a:noFill/>
                </a:ln>
                <a:solidFill>
                  <a:schemeClr val="bg1"/>
                </a:solidFill>
                <a:effectLst/>
                <a:latin typeface="ADLaM Display" panose="02010000000000000000" pitchFamily="2" charset="0"/>
                <a:ea typeface="ADLaM Display" panose="02010000000000000000" pitchFamily="2" charset="0"/>
                <a:cs typeface="ADLaM Display" panose="02010000000000000000" pitchFamily="2" charset="0"/>
              </a:rPr>
              <a:t>Conclusion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34982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64EF5-F0D4-4B72-5C09-1BD3EBFE4AF5}"/>
            </a:ext>
          </a:extLst>
        </p:cNvPr>
        <p:cNvGrpSpPr/>
        <p:nvPr/>
      </p:nvGrpSpPr>
      <p:grpSpPr>
        <a:xfrm>
          <a:off x="0" y="0"/>
          <a:ext cx="0" cy="0"/>
          <a:chOff x="0" y="0"/>
          <a:chExt cx="0" cy="0"/>
        </a:xfrm>
      </p:grpSpPr>
      <p:sp>
        <p:nvSpPr>
          <p:cNvPr id="16" name="Rectangle : coins arrondis 15">
            <a:extLst>
              <a:ext uri="{FF2B5EF4-FFF2-40B4-BE49-F238E27FC236}">
                <a16:creationId xmlns:a16="http://schemas.microsoft.com/office/drawing/2014/main" id="{F19C94C3-C417-E1D4-5ED9-57E832A08E6A}"/>
              </a:ext>
            </a:extLst>
          </p:cNvPr>
          <p:cNvSpPr/>
          <p:nvPr/>
        </p:nvSpPr>
        <p:spPr>
          <a:xfrm rot="16200000">
            <a:off x="3099694" y="-2111709"/>
            <a:ext cx="815374" cy="5669205"/>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5" name="Rectangle : coins arrondis 14">
            <a:extLst>
              <a:ext uri="{FF2B5EF4-FFF2-40B4-BE49-F238E27FC236}">
                <a16:creationId xmlns:a16="http://schemas.microsoft.com/office/drawing/2014/main" id="{10B1C81A-C19F-B151-39B6-E8DE25716249}"/>
              </a:ext>
            </a:extLst>
          </p:cNvPr>
          <p:cNvSpPr/>
          <p:nvPr/>
        </p:nvSpPr>
        <p:spPr>
          <a:xfrm rot="18071329">
            <a:off x="1194723" y="1951450"/>
            <a:ext cx="1001410" cy="1080262"/>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18" name="Rectangle : coins arrondis 17">
            <a:extLst>
              <a:ext uri="{FF2B5EF4-FFF2-40B4-BE49-F238E27FC236}">
                <a16:creationId xmlns:a16="http://schemas.microsoft.com/office/drawing/2014/main" id="{DA4FFD13-3805-28CD-FED5-1B936E1400CF}"/>
              </a:ext>
            </a:extLst>
          </p:cNvPr>
          <p:cNvSpPr/>
          <p:nvPr/>
        </p:nvSpPr>
        <p:spPr>
          <a:xfrm rot="18622289">
            <a:off x="406312" y="324551"/>
            <a:ext cx="711204" cy="775256"/>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0" name="Rectangle : coins arrondis 19">
            <a:extLst>
              <a:ext uri="{FF2B5EF4-FFF2-40B4-BE49-F238E27FC236}">
                <a16:creationId xmlns:a16="http://schemas.microsoft.com/office/drawing/2014/main" id="{A3D0FE6A-C279-1F09-1420-B2B826B65873}"/>
              </a:ext>
            </a:extLst>
          </p:cNvPr>
          <p:cNvSpPr/>
          <p:nvPr/>
        </p:nvSpPr>
        <p:spPr>
          <a:xfrm>
            <a:off x="1287571" y="2179797"/>
            <a:ext cx="10243662" cy="2739675"/>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D267A3B2-07CE-080B-26DD-0A83D343E3EE}"/>
              </a:ext>
            </a:extLst>
          </p:cNvPr>
          <p:cNvSpPr txBox="1"/>
          <p:nvPr/>
        </p:nvSpPr>
        <p:spPr>
          <a:xfrm>
            <a:off x="1293001" y="289124"/>
            <a:ext cx="4262718" cy="769441"/>
          </a:xfrm>
          <a:prstGeom prst="rect">
            <a:avLst/>
          </a:prstGeom>
          <a:noFill/>
        </p:spPr>
        <p:txBody>
          <a:bodyPr wrap="square" rtlCol="0">
            <a:spAutoFit/>
          </a:bodyPr>
          <a:lstStyle/>
          <a:p>
            <a:r>
              <a:rPr lang="fr-FR" sz="4400" b="1"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Introduction</a:t>
            </a:r>
            <a:endParaRPr lang="fr-FR" sz="4400" dirty="0">
              <a:solidFill>
                <a:srgbClr val="002060"/>
              </a:solidFill>
            </a:endParaRPr>
          </a:p>
        </p:txBody>
      </p:sp>
      <p:sp>
        <p:nvSpPr>
          <p:cNvPr id="3" name="Losange 2">
            <a:extLst>
              <a:ext uri="{FF2B5EF4-FFF2-40B4-BE49-F238E27FC236}">
                <a16:creationId xmlns:a16="http://schemas.microsoft.com/office/drawing/2014/main" id="{28917917-4341-BAAB-6E68-5552B7F89811}"/>
              </a:ext>
            </a:extLst>
          </p:cNvPr>
          <p:cNvSpPr/>
          <p:nvPr/>
        </p:nvSpPr>
        <p:spPr>
          <a:xfrm>
            <a:off x="12273110" y="-438909"/>
            <a:ext cx="1051314" cy="1044004"/>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Losange 3">
            <a:extLst>
              <a:ext uri="{FF2B5EF4-FFF2-40B4-BE49-F238E27FC236}">
                <a16:creationId xmlns:a16="http://schemas.microsoft.com/office/drawing/2014/main" id="{3359B705-00A8-F136-1805-B9B35E635883}"/>
              </a:ext>
            </a:extLst>
          </p:cNvPr>
          <p:cNvSpPr/>
          <p:nvPr/>
        </p:nvSpPr>
        <p:spPr>
          <a:xfrm>
            <a:off x="12668759" y="765335"/>
            <a:ext cx="1051314" cy="1044004"/>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Losange 6">
            <a:extLst>
              <a:ext uri="{FF2B5EF4-FFF2-40B4-BE49-F238E27FC236}">
                <a16:creationId xmlns:a16="http://schemas.microsoft.com/office/drawing/2014/main" id="{BFB54E83-AB7C-0DDF-F5E2-3F1CBA72E718}"/>
              </a:ext>
            </a:extLst>
          </p:cNvPr>
          <p:cNvSpPr/>
          <p:nvPr/>
        </p:nvSpPr>
        <p:spPr>
          <a:xfrm>
            <a:off x="10673922" y="-1174600"/>
            <a:ext cx="1051314" cy="1044004"/>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Losange 7">
            <a:extLst>
              <a:ext uri="{FF2B5EF4-FFF2-40B4-BE49-F238E27FC236}">
                <a16:creationId xmlns:a16="http://schemas.microsoft.com/office/drawing/2014/main" id="{5B2D1E8D-11D1-9F3C-2C21-9FE9AC97F9DF}"/>
              </a:ext>
            </a:extLst>
          </p:cNvPr>
          <p:cNvSpPr/>
          <p:nvPr/>
        </p:nvSpPr>
        <p:spPr>
          <a:xfrm>
            <a:off x="12768807" y="-1174600"/>
            <a:ext cx="1051314" cy="1044004"/>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Losange 8">
            <a:extLst>
              <a:ext uri="{FF2B5EF4-FFF2-40B4-BE49-F238E27FC236}">
                <a16:creationId xmlns:a16="http://schemas.microsoft.com/office/drawing/2014/main" id="{21553634-0A42-4C8B-1CB3-2FBDE5AA041F}"/>
              </a:ext>
            </a:extLst>
          </p:cNvPr>
          <p:cNvSpPr/>
          <p:nvPr/>
        </p:nvSpPr>
        <p:spPr>
          <a:xfrm>
            <a:off x="13896321" y="-699420"/>
            <a:ext cx="1051314" cy="1044004"/>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Losange 10">
            <a:extLst>
              <a:ext uri="{FF2B5EF4-FFF2-40B4-BE49-F238E27FC236}">
                <a16:creationId xmlns:a16="http://schemas.microsoft.com/office/drawing/2014/main" id="{1B6D705D-7A9C-319E-997D-9BA943CE186F}"/>
              </a:ext>
            </a:extLst>
          </p:cNvPr>
          <p:cNvSpPr/>
          <p:nvPr/>
        </p:nvSpPr>
        <p:spPr>
          <a:xfrm>
            <a:off x="13149807" y="1142777"/>
            <a:ext cx="1051314" cy="1044004"/>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Losange 24">
            <a:extLst>
              <a:ext uri="{FF2B5EF4-FFF2-40B4-BE49-F238E27FC236}">
                <a16:creationId xmlns:a16="http://schemas.microsoft.com/office/drawing/2014/main" id="{EA4107A6-8872-864F-B366-B3F16B440270}"/>
              </a:ext>
            </a:extLst>
          </p:cNvPr>
          <p:cNvSpPr/>
          <p:nvPr/>
        </p:nvSpPr>
        <p:spPr>
          <a:xfrm>
            <a:off x="14048721" y="343926"/>
            <a:ext cx="1051314" cy="1044004"/>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Losange 27">
            <a:extLst>
              <a:ext uri="{FF2B5EF4-FFF2-40B4-BE49-F238E27FC236}">
                <a16:creationId xmlns:a16="http://schemas.microsoft.com/office/drawing/2014/main" id="{90B9BE9C-E7AA-DBAE-F4E7-A2688C58F437}"/>
              </a:ext>
            </a:extLst>
          </p:cNvPr>
          <p:cNvSpPr/>
          <p:nvPr/>
        </p:nvSpPr>
        <p:spPr>
          <a:xfrm>
            <a:off x="14003703" y="1705792"/>
            <a:ext cx="1051314" cy="1044004"/>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Losange 28">
            <a:extLst>
              <a:ext uri="{FF2B5EF4-FFF2-40B4-BE49-F238E27FC236}">
                <a16:creationId xmlns:a16="http://schemas.microsoft.com/office/drawing/2014/main" id="{E6A51D88-101B-131F-709C-85927853DF30}"/>
              </a:ext>
            </a:extLst>
          </p:cNvPr>
          <p:cNvSpPr/>
          <p:nvPr/>
        </p:nvSpPr>
        <p:spPr>
          <a:xfrm>
            <a:off x="12928950" y="2491581"/>
            <a:ext cx="1051314" cy="1044004"/>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ZoneTexte 29">
            <a:extLst>
              <a:ext uri="{FF2B5EF4-FFF2-40B4-BE49-F238E27FC236}">
                <a16:creationId xmlns:a16="http://schemas.microsoft.com/office/drawing/2014/main" id="{CA14F8EF-2F69-410F-E8CB-AFAE9F7D7138}"/>
              </a:ext>
            </a:extLst>
          </p:cNvPr>
          <p:cNvSpPr txBox="1"/>
          <p:nvPr/>
        </p:nvSpPr>
        <p:spPr>
          <a:xfrm>
            <a:off x="1432440" y="2553041"/>
            <a:ext cx="9953923" cy="1938992"/>
          </a:xfrm>
          <a:prstGeom prst="rect">
            <a:avLst/>
          </a:prstGeom>
          <a:noFill/>
        </p:spPr>
        <p:txBody>
          <a:bodyPr wrap="square" rtlCol="0">
            <a:spAutoFit/>
          </a:bodyPr>
          <a:lstStyle/>
          <a:p>
            <a:pPr algn="just"/>
            <a:r>
              <a:rPr lang="fr-FR" sz="24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AMUDUX est une plateforme web touristique intelligente dédiée à la découverte du Maroc. Elle permet aux utilisateurs d’explorer les destinations, activités, restaurants et lieux touristiques, de planifier leurs voyages grâce à l’intelligence artificielle, ainsi que de gérer leurs favoris et interactions.</a:t>
            </a:r>
            <a:endParaRPr lang="fr-FR" dirty="0"/>
          </a:p>
        </p:txBody>
      </p:sp>
      <p:sp>
        <p:nvSpPr>
          <p:cNvPr id="44" name="ZoneTexte 43">
            <a:extLst>
              <a:ext uri="{FF2B5EF4-FFF2-40B4-BE49-F238E27FC236}">
                <a16:creationId xmlns:a16="http://schemas.microsoft.com/office/drawing/2014/main" id="{7731D97D-208D-7C3A-7145-B266755A9EB5}"/>
              </a:ext>
            </a:extLst>
          </p:cNvPr>
          <p:cNvSpPr txBox="1"/>
          <p:nvPr/>
        </p:nvSpPr>
        <p:spPr>
          <a:xfrm>
            <a:off x="509788" y="350679"/>
            <a:ext cx="347225" cy="707886"/>
          </a:xfrm>
          <a:prstGeom prst="rect">
            <a:avLst/>
          </a:prstGeom>
          <a:noFill/>
        </p:spPr>
        <p:txBody>
          <a:bodyPr wrap="square" rtlCol="0">
            <a:spAutoFit/>
          </a:bodyPr>
          <a:lstStyle/>
          <a:p>
            <a:r>
              <a:rPr lang="fr-FR" sz="40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1</a:t>
            </a:r>
          </a:p>
        </p:txBody>
      </p:sp>
    </p:spTree>
    <p:extLst>
      <p:ext uri="{BB962C8B-B14F-4D97-AF65-F5344CB8AC3E}">
        <p14:creationId xmlns:p14="http://schemas.microsoft.com/office/powerpoint/2010/main" val="4859190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6FD7B-5A9B-27ED-E346-22E2ECF9D0ED}"/>
            </a:ext>
          </a:extLst>
        </p:cNvPr>
        <p:cNvGrpSpPr/>
        <p:nvPr/>
      </p:nvGrpSpPr>
      <p:grpSpPr>
        <a:xfrm>
          <a:off x="0" y="0"/>
          <a:ext cx="0" cy="0"/>
          <a:chOff x="0" y="0"/>
          <a:chExt cx="0" cy="0"/>
        </a:xfrm>
      </p:grpSpPr>
      <p:sp>
        <p:nvSpPr>
          <p:cNvPr id="16" name="Rectangle : coins arrondis 15">
            <a:extLst>
              <a:ext uri="{FF2B5EF4-FFF2-40B4-BE49-F238E27FC236}">
                <a16:creationId xmlns:a16="http://schemas.microsoft.com/office/drawing/2014/main" id="{07293E9E-214B-7709-91A9-8F61A4ADAA54}"/>
              </a:ext>
            </a:extLst>
          </p:cNvPr>
          <p:cNvSpPr/>
          <p:nvPr/>
        </p:nvSpPr>
        <p:spPr>
          <a:xfrm rot="16200000">
            <a:off x="3099694" y="-2111709"/>
            <a:ext cx="815374" cy="5669205"/>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5" name="Rectangle : coins arrondis 14">
            <a:extLst>
              <a:ext uri="{FF2B5EF4-FFF2-40B4-BE49-F238E27FC236}">
                <a16:creationId xmlns:a16="http://schemas.microsoft.com/office/drawing/2014/main" id="{B6667464-F74D-B59A-1C81-050F1027318A}"/>
              </a:ext>
            </a:extLst>
          </p:cNvPr>
          <p:cNvSpPr/>
          <p:nvPr/>
        </p:nvSpPr>
        <p:spPr>
          <a:xfrm rot="18071329">
            <a:off x="-38873" y="6203007"/>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18" name="Rectangle : coins arrondis 17">
            <a:extLst>
              <a:ext uri="{FF2B5EF4-FFF2-40B4-BE49-F238E27FC236}">
                <a16:creationId xmlns:a16="http://schemas.microsoft.com/office/drawing/2014/main" id="{4195A145-3112-84FA-44CE-42FFA186AC31}"/>
              </a:ext>
            </a:extLst>
          </p:cNvPr>
          <p:cNvSpPr/>
          <p:nvPr/>
        </p:nvSpPr>
        <p:spPr>
          <a:xfrm rot="18622289">
            <a:off x="425213" y="316993"/>
            <a:ext cx="711204" cy="775256"/>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0" name="Rectangle : coins arrondis 19">
            <a:extLst>
              <a:ext uri="{FF2B5EF4-FFF2-40B4-BE49-F238E27FC236}">
                <a16:creationId xmlns:a16="http://schemas.microsoft.com/office/drawing/2014/main" id="{54184319-D4B3-982D-AA0B-C26F5407EA4E}"/>
              </a:ext>
            </a:extLst>
          </p:cNvPr>
          <p:cNvSpPr/>
          <p:nvPr/>
        </p:nvSpPr>
        <p:spPr>
          <a:xfrm rot="12595904">
            <a:off x="-183364" y="6133450"/>
            <a:ext cx="702350" cy="74894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81970431-052F-D3FD-9872-F0F5F9F9590B}"/>
              </a:ext>
            </a:extLst>
          </p:cNvPr>
          <p:cNvSpPr txBox="1"/>
          <p:nvPr/>
        </p:nvSpPr>
        <p:spPr>
          <a:xfrm>
            <a:off x="1230270" y="315206"/>
            <a:ext cx="5669207" cy="1446550"/>
          </a:xfrm>
          <a:prstGeom prst="rect">
            <a:avLst/>
          </a:prstGeom>
          <a:noFill/>
        </p:spPr>
        <p:txBody>
          <a:bodyPr wrap="square" rtlCol="0">
            <a:spAutoFit/>
          </a:bodyPr>
          <a:lstStyle/>
          <a:p>
            <a:r>
              <a:rPr kumimoji="0" lang="fr-FR" altLang="fr-FR" sz="4400" b="1" i="0" u="none" strike="noStrike" cap="none" normalizeH="0" baseline="0" dirty="0">
                <a:ln>
                  <a:noFill/>
                </a:ln>
                <a:solidFill>
                  <a:srgbClr val="002060"/>
                </a:solidFill>
                <a:effectLst/>
                <a:latin typeface="ADLaM Display" panose="02010000000000000000" pitchFamily="2" charset="0"/>
                <a:ea typeface="ADLaM Display" panose="02010000000000000000" pitchFamily="2" charset="0"/>
                <a:cs typeface="ADLaM Display" panose="02010000000000000000" pitchFamily="2" charset="0"/>
              </a:rPr>
              <a:t>Contexte général </a:t>
            </a:r>
          </a:p>
          <a:p>
            <a:endParaRPr lang="fr-FR" sz="4400" dirty="0">
              <a:solidFill>
                <a:srgbClr val="002060"/>
              </a:solidFill>
            </a:endParaRPr>
          </a:p>
        </p:txBody>
      </p:sp>
      <p:sp>
        <p:nvSpPr>
          <p:cNvPr id="3" name="Losange 2">
            <a:extLst>
              <a:ext uri="{FF2B5EF4-FFF2-40B4-BE49-F238E27FC236}">
                <a16:creationId xmlns:a16="http://schemas.microsoft.com/office/drawing/2014/main" id="{488427D1-BAC7-7D6D-8AAF-6DD23E4E7F43}"/>
              </a:ext>
            </a:extLst>
          </p:cNvPr>
          <p:cNvSpPr/>
          <p:nvPr/>
        </p:nvSpPr>
        <p:spPr>
          <a:xfrm>
            <a:off x="11684895" y="200891"/>
            <a:ext cx="1051314" cy="1044004"/>
          </a:xfrm>
          <a:prstGeom prst="diamond">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Losange 3">
            <a:extLst>
              <a:ext uri="{FF2B5EF4-FFF2-40B4-BE49-F238E27FC236}">
                <a16:creationId xmlns:a16="http://schemas.microsoft.com/office/drawing/2014/main" id="{74D059C6-827B-A761-806D-147BACAC0D11}"/>
              </a:ext>
            </a:extLst>
          </p:cNvPr>
          <p:cNvSpPr/>
          <p:nvPr/>
        </p:nvSpPr>
        <p:spPr>
          <a:xfrm>
            <a:off x="10530292" y="167752"/>
            <a:ext cx="1051314" cy="1044004"/>
          </a:xfrm>
          <a:prstGeom prst="diamond">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Losange 6">
            <a:extLst>
              <a:ext uri="{FF2B5EF4-FFF2-40B4-BE49-F238E27FC236}">
                <a16:creationId xmlns:a16="http://schemas.microsoft.com/office/drawing/2014/main" id="{B922A7F0-3380-A654-E917-9441F64EF682}"/>
              </a:ext>
            </a:extLst>
          </p:cNvPr>
          <p:cNvSpPr/>
          <p:nvPr/>
        </p:nvSpPr>
        <p:spPr>
          <a:xfrm>
            <a:off x="11115636" y="-477408"/>
            <a:ext cx="1051314" cy="1044004"/>
          </a:xfrm>
          <a:prstGeom prst="diamond">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Losange 8">
            <a:extLst>
              <a:ext uri="{FF2B5EF4-FFF2-40B4-BE49-F238E27FC236}">
                <a16:creationId xmlns:a16="http://schemas.microsoft.com/office/drawing/2014/main" id="{F67EA921-9D6A-C35E-E6CA-759EA08E0338}"/>
              </a:ext>
            </a:extLst>
          </p:cNvPr>
          <p:cNvSpPr/>
          <p:nvPr/>
        </p:nvSpPr>
        <p:spPr>
          <a:xfrm>
            <a:off x="12038423" y="5560011"/>
            <a:ext cx="1051314" cy="1044004"/>
          </a:xfrm>
          <a:prstGeom prst="diamond">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Losange 10">
            <a:extLst>
              <a:ext uri="{FF2B5EF4-FFF2-40B4-BE49-F238E27FC236}">
                <a16:creationId xmlns:a16="http://schemas.microsoft.com/office/drawing/2014/main" id="{9043EE6E-8585-CAB1-AF26-29A3AE3F7A0B}"/>
              </a:ext>
            </a:extLst>
          </p:cNvPr>
          <p:cNvSpPr/>
          <p:nvPr/>
        </p:nvSpPr>
        <p:spPr>
          <a:xfrm>
            <a:off x="11428607" y="6168246"/>
            <a:ext cx="1051314" cy="1044004"/>
          </a:xfrm>
          <a:prstGeom prst="diamond">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Losange 24">
            <a:extLst>
              <a:ext uri="{FF2B5EF4-FFF2-40B4-BE49-F238E27FC236}">
                <a16:creationId xmlns:a16="http://schemas.microsoft.com/office/drawing/2014/main" id="{E8380BA4-BF2D-01F1-9025-82C01EFF0357}"/>
              </a:ext>
            </a:extLst>
          </p:cNvPr>
          <p:cNvSpPr/>
          <p:nvPr/>
        </p:nvSpPr>
        <p:spPr>
          <a:xfrm>
            <a:off x="11428607" y="4951776"/>
            <a:ext cx="1051314" cy="1044004"/>
          </a:xfrm>
          <a:prstGeom prst="diamond">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Losange 27">
            <a:extLst>
              <a:ext uri="{FF2B5EF4-FFF2-40B4-BE49-F238E27FC236}">
                <a16:creationId xmlns:a16="http://schemas.microsoft.com/office/drawing/2014/main" id="{E8B1055A-9CE6-65D3-1BD4-8C8674FFDC03}"/>
              </a:ext>
            </a:extLst>
          </p:cNvPr>
          <p:cNvSpPr/>
          <p:nvPr/>
        </p:nvSpPr>
        <p:spPr>
          <a:xfrm>
            <a:off x="10818791" y="5566212"/>
            <a:ext cx="1051314" cy="1044004"/>
          </a:xfrm>
          <a:prstGeom prst="diamond">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Losange 28">
            <a:extLst>
              <a:ext uri="{FF2B5EF4-FFF2-40B4-BE49-F238E27FC236}">
                <a16:creationId xmlns:a16="http://schemas.microsoft.com/office/drawing/2014/main" id="{F558FD13-C385-0DEC-8AC7-1EB21FC992F5}"/>
              </a:ext>
            </a:extLst>
          </p:cNvPr>
          <p:cNvSpPr/>
          <p:nvPr/>
        </p:nvSpPr>
        <p:spPr>
          <a:xfrm>
            <a:off x="11087785" y="854030"/>
            <a:ext cx="1051314" cy="1044004"/>
          </a:xfrm>
          <a:prstGeom prst="diamond">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ZoneTexte 43">
            <a:extLst>
              <a:ext uri="{FF2B5EF4-FFF2-40B4-BE49-F238E27FC236}">
                <a16:creationId xmlns:a16="http://schemas.microsoft.com/office/drawing/2014/main" id="{1B983441-3D1C-F7ED-4DCC-9EB4D1D1BB06}"/>
              </a:ext>
            </a:extLst>
          </p:cNvPr>
          <p:cNvSpPr txBox="1"/>
          <p:nvPr/>
        </p:nvSpPr>
        <p:spPr>
          <a:xfrm>
            <a:off x="509788" y="350679"/>
            <a:ext cx="347225" cy="707886"/>
          </a:xfrm>
          <a:prstGeom prst="rect">
            <a:avLst/>
          </a:prstGeom>
          <a:noFill/>
        </p:spPr>
        <p:txBody>
          <a:bodyPr wrap="square" rtlCol="0">
            <a:spAutoFit/>
          </a:bodyPr>
          <a:lstStyle/>
          <a:p>
            <a:r>
              <a:rPr lang="fr-FR" sz="40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2</a:t>
            </a:r>
          </a:p>
        </p:txBody>
      </p:sp>
      <p:sp>
        <p:nvSpPr>
          <p:cNvPr id="10" name="ZoneTexte 9">
            <a:extLst>
              <a:ext uri="{FF2B5EF4-FFF2-40B4-BE49-F238E27FC236}">
                <a16:creationId xmlns:a16="http://schemas.microsoft.com/office/drawing/2014/main" id="{96B97384-D33F-3EDE-BA58-46994C1C55E0}"/>
              </a:ext>
            </a:extLst>
          </p:cNvPr>
          <p:cNvSpPr txBox="1"/>
          <p:nvPr/>
        </p:nvSpPr>
        <p:spPr>
          <a:xfrm flipV="1">
            <a:off x="4175176" y="2743440"/>
            <a:ext cx="3975311" cy="45719"/>
          </a:xfrm>
          <a:prstGeom prst="rect">
            <a:avLst/>
          </a:prstGeom>
          <a:noFill/>
        </p:spPr>
        <p:txBody>
          <a:bodyPr wrap="square" rtlCol="0">
            <a:spAutoFit/>
          </a:bodyPr>
          <a:lstStyle/>
          <a:p>
            <a:endParaRPr lang="fr-FR" dirty="0"/>
          </a:p>
        </p:txBody>
      </p:sp>
      <p:sp>
        <p:nvSpPr>
          <p:cNvPr id="12" name="Rectangle 3">
            <a:extLst>
              <a:ext uri="{FF2B5EF4-FFF2-40B4-BE49-F238E27FC236}">
                <a16:creationId xmlns:a16="http://schemas.microsoft.com/office/drawing/2014/main" id="{C340C3FF-95DA-D349-3C7E-20F058945C2C}"/>
              </a:ext>
            </a:extLst>
          </p:cNvPr>
          <p:cNvSpPr>
            <a:spLocks noChangeArrowheads="1"/>
          </p:cNvSpPr>
          <p:nvPr/>
        </p:nvSpPr>
        <p:spPr bwMode="auto">
          <a:xfrm>
            <a:off x="967617" y="1305341"/>
            <a:ext cx="10156082"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lvl="0" algn="just" eaLnBrk="0" fontAlgn="base" hangingPunct="0">
              <a:spcBef>
                <a:spcPct val="0"/>
              </a:spcBef>
              <a:spcAft>
                <a:spcPct val="0"/>
              </a:spcAft>
            </a:pPr>
            <a:r>
              <a:rPr lang="fr-FR" sz="28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Le tourisme au Maroc joue un rôle important dans l’économie nationale. Cependant, les touristes rencontrent plusieurs difficultés, notamment le choix des destinations, l’organisation du voyage, les barrières linguistiques et la recherche d’informations adaptées. Pour répondre à ces besoins, nous avons développé AMUDUX, une plateforme web intelligente qui accompagne les voyageurs dans la découverte et la planification de leur séjour au Maroc</a:t>
            </a:r>
            <a:endParaRPr kumimoji="0" lang="fr-FR" altLang="fr-FR" sz="2800" b="0" i="0" u="none" strike="noStrike" cap="none" normalizeH="0" baseline="0" dirty="0">
              <a:ln>
                <a:noFill/>
              </a:ln>
              <a:solidFill>
                <a:srgbClr val="002060"/>
              </a:solidFill>
              <a:effectLst/>
              <a:latin typeface="ADLaM Display" panose="02010000000000000000" pitchFamily="2" charset="0"/>
              <a:ea typeface="ADLaM Display" panose="02010000000000000000" pitchFamily="2" charset="0"/>
              <a:cs typeface="ADLaM Display" panose="02010000000000000000" pitchFamily="2" charset="0"/>
            </a:endParaRPr>
          </a:p>
        </p:txBody>
      </p:sp>
      <p:sp>
        <p:nvSpPr>
          <p:cNvPr id="13" name="Rectangle : coins arrondis 12">
            <a:extLst>
              <a:ext uri="{FF2B5EF4-FFF2-40B4-BE49-F238E27FC236}">
                <a16:creationId xmlns:a16="http://schemas.microsoft.com/office/drawing/2014/main" id="{E6258681-BD5B-80AE-434A-F560E665565A}"/>
              </a:ext>
            </a:extLst>
          </p:cNvPr>
          <p:cNvSpPr/>
          <p:nvPr/>
        </p:nvSpPr>
        <p:spPr>
          <a:xfrm rot="12595904">
            <a:off x="-2643568" y="475747"/>
            <a:ext cx="702350" cy="74894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4" name="Rectangle : coins arrondis 13">
            <a:extLst>
              <a:ext uri="{FF2B5EF4-FFF2-40B4-BE49-F238E27FC236}">
                <a16:creationId xmlns:a16="http://schemas.microsoft.com/office/drawing/2014/main" id="{E998E088-F9A2-5DC4-E4E4-437AEC4E00E8}"/>
              </a:ext>
            </a:extLst>
          </p:cNvPr>
          <p:cNvSpPr/>
          <p:nvPr/>
        </p:nvSpPr>
        <p:spPr>
          <a:xfrm rot="18071329">
            <a:off x="-3100320" y="2439127"/>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17" name="Rectangle : coins arrondis 16">
            <a:extLst>
              <a:ext uri="{FF2B5EF4-FFF2-40B4-BE49-F238E27FC236}">
                <a16:creationId xmlns:a16="http://schemas.microsoft.com/office/drawing/2014/main" id="{97D94159-AB5D-1D10-5742-D05212BCE148}"/>
              </a:ext>
            </a:extLst>
          </p:cNvPr>
          <p:cNvSpPr/>
          <p:nvPr/>
        </p:nvSpPr>
        <p:spPr>
          <a:xfrm rot="12595904">
            <a:off x="-1429099" y="-317830"/>
            <a:ext cx="702350" cy="74894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9" name="Rectangle : coins arrondis 18">
            <a:extLst>
              <a:ext uri="{FF2B5EF4-FFF2-40B4-BE49-F238E27FC236}">
                <a16:creationId xmlns:a16="http://schemas.microsoft.com/office/drawing/2014/main" id="{E134EDCD-4086-399A-6ACE-9E930EB3B887}"/>
              </a:ext>
            </a:extLst>
          </p:cNvPr>
          <p:cNvSpPr/>
          <p:nvPr/>
        </p:nvSpPr>
        <p:spPr>
          <a:xfrm rot="12595904">
            <a:off x="-1190487" y="2078238"/>
            <a:ext cx="702350" cy="74894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1" name="Rectangle : coins arrondis 20">
            <a:extLst>
              <a:ext uri="{FF2B5EF4-FFF2-40B4-BE49-F238E27FC236}">
                <a16:creationId xmlns:a16="http://schemas.microsoft.com/office/drawing/2014/main" id="{5BCAEF59-AAF1-D442-E98E-669FB059B67A}"/>
              </a:ext>
            </a:extLst>
          </p:cNvPr>
          <p:cNvSpPr/>
          <p:nvPr/>
        </p:nvSpPr>
        <p:spPr>
          <a:xfrm rot="12595904">
            <a:off x="-1661198" y="2749727"/>
            <a:ext cx="702350" cy="74894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2" name="Rectangle : coins arrondis 21">
            <a:extLst>
              <a:ext uri="{FF2B5EF4-FFF2-40B4-BE49-F238E27FC236}">
                <a16:creationId xmlns:a16="http://schemas.microsoft.com/office/drawing/2014/main" id="{DCEBC20C-14EE-826F-6C9F-5BFBC7A347AD}"/>
              </a:ext>
            </a:extLst>
          </p:cNvPr>
          <p:cNvSpPr/>
          <p:nvPr/>
        </p:nvSpPr>
        <p:spPr>
          <a:xfrm rot="12595904">
            <a:off x="-2152383" y="3554277"/>
            <a:ext cx="702350" cy="74894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3" name="Rectangle : coins arrondis 22">
            <a:extLst>
              <a:ext uri="{FF2B5EF4-FFF2-40B4-BE49-F238E27FC236}">
                <a16:creationId xmlns:a16="http://schemas.microsoft.com/office/drawing/2014/main" id="{1BFB2518-65F3-2BF5-BB07-08E638A77FD5}"/>
              </a:ext>
            </a:extLst>
          </p:cNvPr>
          <p:cNvSpPr/>
          <p:nvPr/>
        </p:nvSpPr>
        <p:spPr>
          <a:xfrm rot="18071329">
            <a:off x="-3581461" y="1634576"/>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4" name="Rectangle : coins arrondis 23">
            <a:extLst>
              <a:ext uri="{FF2B5EF4-FFF2-40B4-BE49-F238E27FC236}">
                <a16:creationId xmlns:a16="http://schemas.microsoft.com/office/drawing/2014/main" id="{7964F47F-76ED-82AB-EF92-7373E23E4D6C}"/>
              </a:ext>
            </a:extLst>
          </p:cNvPr>
          <p:cNvSpPr/>
          <p:nvPr/>
        </p:nvSpPr>
        <p:spPr>
          <a:xfrm rot="18071329">
            <a:off x="-4147144" y="2585636"/>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6" name="Rectangle : coins arrondis 25">
            <a:extLst>
              <a:ext uri="{FF2B5EF4-FFF2-40B4-BE49-F238E27FC236}">
                <a16:creationId xmlns:a16="http://schemas.microsoft.com/office/drawing/2014/main" id="{10013DE8-08A6-C0D4-5B14-8FF7BB5A1DFB}"/>
              </a:ext>
            </a:extLst>
          </p:cNvPr>
          <p:cNvSpPr/>
          <p:nvPr/>
        </p:nvSpPr>
        <p:spPr>
          <a:xfrm rot="18071329">
            <a:off x="-3073463" y="3498746"/>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7" name="Rectangle : coins arrondis 26">
            <a:extLst>
              <a:ext uri="{FF2B5EF4-FFF2-40B4-BE49-F238E27FC236}">
                <a16:creationId xmlns:a16="http://schemas.microsoft.com/office/drawing/2014/main" id="{34451A66-FC5B-AA29-E9F9-1F0E0139D6D0}"/>
              </a:ext>
            </a:extLst>
          </p:cNvPr>
          <p:cNvSpPr/>
          <p:nvPr/>
        </p:nvSpPr>
        <p:spPr>
          <a:xfrm rot="18071329">
            <a:off x="-2235878" y="1383989"/>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283291030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2FC05-A549-C412-74C2-F912E61DA320}"/>
            </a:ext>
          </a:extLst>
        </p:cNvPr>
        <p:cNvGrpSpPr/>
        <p:nvPr/>
      </p:nvGrpSpPr>
      <p:grpSpPr>
        <a:xfrm>
          <a:off x="0" y="0"/>
          <a:ext cx="0" cy="0"/>
          <a:chOff x="0" y="0"/>
          <a:chExt cx="0" cy="0"/>
        </a:xfrm>
      </p:grpSpPr>
      <p:sp>
        <p:nvSpPr>
          <p:cNvPr id="16" name="Rectangle : coins arrondis 15">
            <a:extLst>
              <a:ext uri="{FF2B5EF4-FFF2-40B4-BE49-F238E27FC236}">
                <a16:creationId xmlns:a16="http://schemas.microsoft.com/office/drawing/2014/main" id="{B01D176E-1AE1-906C-2737-935236F5EF64}"/>
              </a:ext>
            </a:extLst>
          </p:cNvPr>
          <p:cNvSpPr/>
          <p:nvPr/>
        </p:nvSpPr>
        <p:spPr>
          <a:xfrm rot="16200000">
            <a:off x="4444399" y="4894210"/>
            <a:ext cx="815374" cy="5669205"/>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8" name="Rectangle : coins arrondis 17">
            <a:extLst>
              <a:ext uri="{FF2B5EF4-FFF2-40B4-BE49-F238E27FC236}">
                <a16:creationId xmlns:a16="http://schemas.microsoft.com/office/drawing/2014/main" id="{96EB2130-5E52-D436-3EB5-AF9CBFAD37ED}"/>
              </a:ext>
            </a:extLst>
          </p:cNvPr>
          <p:cNvSpPr/>
          <p:nvPr/>
        </p:nvSpPr>
        <p:spPr>
          <a:xfrm rot="16200000" flipV="1">
            <a:off x="6790190" y="540364"/>
            <a:ext cx="7955699" cy="4679572"/>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3" name="Losange 2">
            <a:extLst>
              <a:ext uri="{FF2B5EF4-FFF2-40B4-BE49-F238E27FC236}">
                <a16:creationId xmlns:a16="http://schemas.microsoft.com/office/drawing/2014/main" id="{F7979135-4E29-A23A-E04E-C0CD72A887DE}"/>
              </a:ext>
            </a:extLst>
          </p:cNvPr>
          <p:cNvSpPr/>
          <p:nvPr/>
        </p:nvSpPr>
        <p:spPr>
          <a:xfrm>
            <a:off x="10119317" y="422842"/>
            <a:ext cx="648723" cy="537291"/>
          </a:xfrm>
          <a:prstGeom prst="diamond">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Losange 3">
            <a:extLst>
              <a:ext uri="{FF2B5EF4-FFF2-40B4-BE49-F238E27FC236}">
                <a16:creationId xmlns:a16="http://schemas.microsoft.com/office/drawing/2014/main" id="{71630F44-AFC7-A269-B27F-6FF46A018E39}"/>
              </a:ext>
            </a:extLst>
          </p:cNvPr>
          <p:cNvSpPr/>
          <p:nvPr/>
        </p:nvSpPr>
        <p:spPr>
          <a:xfrm>
            <a:off x="9355891" y="428668"/>
            <a:ext cx="648722" cy="539520"/>
          </a:xfrm>
          <a:prstGeom prst="diamond">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Losange 6">
            <a:extLst>
              <a:ext uri="{FF2B5EF4-FFF2-40B4-BE49-F238E27FC236}">
                <a16:creationId xmlns:a16="http://schemas.microsoft.com/office/drawing/2014/main" id="{97C09B78-AE07-604B-5762-858CCF7FC525}"/>
              </a:ext>
            </a:extLst>
          </p:cNvPr>
          <p:cNvSpPr/>
          <p:nvPr/>
        </p:nvSpPr>
        <p:spPr>
          <a:xfrm>
            <a:off x="9737604" y="750339"/>
            <a:ext cx="648723" cy="537291"/>
          </a:xfrm>
          <a:prstGeom prst="diamond">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Losange 28">
            <a:extLst>
              <a:ext uri="{FF2B5EF4-FFF2-40B4-BE49-F238E27FC236}">
                <a16:creationId xmlns:a16="http://schemas.microsoft.com/office/drawing/2014/main" id="{A6232867-30B4-A76F-5371-C3EB7868C982}"/>
              </a:ext>
            </a:extLst>
          </p:cNvPr>
          <p:cNvSpPr/>
          <p:nvPr/>
        </p:nvSpPr>
        <p:spPr>
          <a:xfrm>
            <a:off x="9729149" y="95345"/>
            <a:ext cx="648722" cy="537291"/>
          </a:xfrm>
          <a:prstGeom prst="diamond">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530F92C7-5965-109F-92D8-9887AC2E8914}"/>
              </a:ext>
            </a:extLst>
          </p:cNvPr>
          <p:cNvSpPr txBox="1"/>
          <p:nvPr/>
        </p:nvSpPr>
        <p:spPr>
          <a:xfrm flipV="1">
            <a:off x="4175176" y="2743440"/>
            <a:ext cx="3975311" cy="45719"/>
          </a:xfrm>
          <a:prstGeom prst="rect">
            <a:avLst/>
          </a:prstGeom>
          <a:noFill/>
        </p:spPr>
        <p:txBody>
          <a:bodyPr wrap="square" rtlCol="0">
            <a:spAutoFit/>
          </a:bodyPr>
          <a:lstStyle/>
          <a:p>
            <a:endParaRPr lang="fr-FR" dirty="0"/>
          </a:p>
        </p:txBody>
      </p:sp>
      <p:sp>
        <p:nvSpPr>
          <p:cNvPr id="13" name="Rectangle : coins arrondis 12">
            <a:extLst>
              <a:ext uri="{FF2B5EF4-FFF2-40B4-BE49-F238E27FC236}">
                <a16:creationId xmlns:a16="http://schemas.microsoft.com/office/drawing/2014/main" id="{8E238F6A-1446-FFEC-2010-6CF8F8121036}"/>
              </a:ext>
            </a:extLst>
          </p:cNvPr>
          <p:cNvSpPr/>
          <p:nvPr/>
        </p:nvSpPr>
        <p:spPr>
          <a:xfrm rot="12595904">
            <a:off x="-2643568" y="475747"/>
            <a:ext cx="702350" cy="74894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4" name="Rectangle : coins arrondis 13">
            <a:extLst>
              <a:ext uri="{FF2B5EF4-FFF2-40B4-BE49-F238E27FC236}">
                <a16:creationId xmlns:a16="http://schemas.microsoft.com/office/drawing/2014/main" id="{1FBD01F7-57F0-6D87-B604-DB07C7D23DED}"/>
              </a:ext>
            </a:extLst>
          </p:cNvPr>
          <p:cNvSpPr/>
          <p:nvPr/>
        </p:nvSpPr>
        <p:spPr>
          <a:xfrm rot="18071329">
            <a:off x="-3100320" y="2439127"/>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17" name="Rectangle : coins arrondis 16">
            <a:extLst>
              <a:ext uri="{FF2B5EF4-FFF2-40B4-BE49-F238E27FC236}">
                <a16:creationId xmlns:a16="http://schemas.microsoft.com/office/drawing/2014/main" id="{0C2D62CA-2860-5123-625B-FF05230E7482}"/>
              </a:ext>
            </a:extLst>
          </p:cNvPr>
          <p:cNvSpPr/>
          <p:nvPr/>
        </p:nvSpPr>
        <p:spPr>
          <a:xfrm rot="12595904">
            <a:off x="-1429099" y="-317830"/>
            <a:ext cx="702350" cy="74894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9" name="Rectangle : coins arrondis 18">
            <a:extLst>
              <a:ext uri="{FF2B5EF4-FFF2-40B4-BE49-F238E27FC236}">
                <a16:creationId xmlns:a16="http://schemas.microsoft.com/office/drawing/2014/main" id="{E0E31448-D1BB-B9B1-1B50-D6C166F120C7}"/>
              </a:ext>
            </a:extLst>
          </p:cNvPr>
          <p:cNvSpPr/>
          <p:nvPr/>
        </p:nvSpPr>
        <p:spPr>
          <a:xfrm rot="12595904">
            <a:off x="-1190487" y="2078238"/>
            <a:ext cx="702350" cy="74894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1" name="Rectangle : coins arrondis 20">
            <a:extLst>
              <a:ext uri="{FF2B5EF4-FFF2-40B4-BE49-F238E27FC236}">
                <a16:creationId xmlns:a16="http://schemas.microsoft.com/office/drawing/2014/main" id="{450945E6-E188-A192-B4B8-08C81028C13E}"/>
              </a:ext>
            </a:extLst>
          </p:cNvPr>
          <p:cNvSpPr/>
          <p:nvPr/>
        </p:nvSpPr>
        <p:spPr>
          <a:xfrm rot="12595904">
            <a:off x="-1661198" y="2749727"/>
            <a:ext cx="702350" cy="74894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2" name="Rectangle : coins arrondis 21">
            <a:extLst>
              <a:ext uri="{FF2B5EF4-FFF2-40B4-BE49-F238E27FC236}">
                <a16:creationId xmlns:a16="http://schemas.microsoft.com/office/drawing/2014/main" id="{3FD6C81F-4424-5D44-67F5-E71D46BF267C}"/>
              </a:ext>
            </a:extLst>
          </p:cNvPr>
          <p:cNvSpPr/>
          <p:nvPr/>
        </p:nvSpPr>
        <p:spPr>
          <a:xfrm rot="12595904">
            <a:off x="-2152383" y="3554277"/>
            <a:ext cx="702350" cy="74894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3" name="Rectangle : coins arrondis 22">
            <a:extLst>
              <a:ext uri="{FF2B5EF4-FFF2-40B4-BE49-F238E27FC236}">
                <a16:creationId xmlns:a16="http://schemas.microsoft.com/office/drawing/2014/main" id="{71F33AEE-CCC6-990A-ACB9-6C392D39DAF1}"/>
              </a:ext>
            </a:extLst>
          </p:cNvPr>
          <p:cNvSpPr/>
          <p:nvPr/>
        </p:nvSpPr>
        <p:spPr>
          <a:xfrm rot="18071329">
            <a:off x="-3581461" y="1634576"/>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4" name="Rectangle : coins arrondis 23">
            <a:extLst>
              <a:ext uri="{FF2B5EF4-FFF2-40B4-BE49-F238E27FC236}">
                <a16:creationId xmlns:a16="http://schemas.microsoft.com/office/drawing/2014/main" id="{B689CD7C-D27C-4791-7B35-6CC8D171685B}"/>
              </a:ext>
            </a:extLst>
          </p:cNvPr>
          <p:cNvSpPr/>
          <p:nvPr/>
        </p:nvSpPr>
        <p:spPr>
          <a:xfrm rot="18071329">
            <a:off x="-4147144" y="2585636"/>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6" name="Rectangle : coins arrondis 25">
            <a:extLst>
              <a:ext uri="{FF2B5EF4-FFF2-40B4-BE49-F238E27FC236}">
                <a16:creationId xmlns:a16="http://schemas.microsoft.com/office/drawing/2014/main" id="{347FB220-5644-A33D-90BF-AFA09CE947B0}"/>
              </a:ext>
            </a:extLst>
          </p:cNvPr>
          <p:cNvSpPr/>
          <p:nvPr/>
        </p:nvSpPr>
        <p:spPr>
          <a:xfrm rot="18071329">
            <a:off x="-3073463" y="3498746"/>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7" name="Rectangle : coins arrondis 26">
            <a:extLst>
              <a:ext uri="{FF2B5EF4-FFF2-40B4-BE49-F238E27FC236}">
                <a16:creationId xmlns:a16="http://schemas.microsoft.com/office/drawing/2014/main" id="{8B7045C3-637A-8FA8-D603-88A8F3A781C3}"/>
              </a:ext>
            </a:extLst>
          </p:cNvPr>
          <p:cNvSpPr/>
          <p:nvPr/>
        </p:nvSpPr>
        <p:spPr>
          <a:xfrm rot="18071329">
            <a:off x="-1463388" y="4516302"/>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6" name="ZoneTexte 5">
            <a:extLst>
              <a:ext uri="{FF2B5EF4-FFF2-40B4-BE49-F238E27FC236}">
                <a16:creationId xmlns:a16="http://schemas.microsoft.com/office/drawing/2014/main" id="{7DEB8920-4C60-2DE0-8F19-2846BA8C0802}"/>
              </a:ext>
            </a:extLst>
          </p:cNvPr>
          <p:cNvSpPr txBox="1"/>
          <p:nvPr/>
        </p:nvSpPr>
        <p:spPr>
          <a:xfrm>
            <a:off x="199865" y="350468"/>
            <a:ext cx="3975311" cy="984885"/>
          </a:xfrm>
          <a:prstGeom prst="rect">
            <a:avLst/>
          </a:prstGeom>
          <a:noFill/>
        </p:spPr>
        <p:txBody>
          <a:bodyPr wrap="square" rtlCol="0">
            <a:spAutoFit/>
          </a:bodyPr>
          <a:lstStyle/>
          <a:p>
            <a:r>
              <a:rPr lang="fr-FR" altLang="fr-FR" sz="40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Problématique </a:t>
            </a:r>
          </a:p>
          <a:p>
            <a:endParaRPr lang="fr-FR" dirty="0"/>
          </a:p>
        </p:txBody>
      </p:sp>
      <p:sp>
        <p:nvSpPr>
          <p:cNvPr id="8" name="ZoneTexte 7">
            <a:extLst>
              <a:ext uri="{FF2B5EF4-FFF2-40B4-BE49-F238E27FC236}">
                <a16:creationId xmlns:a16="http://schemas.microsoft.com/office/drawing/2014/main" id="{0CD4BD72-BCA3-DE7B-5166-3D1C69E5F1F4}"/>
              </a:ext>
            </a:extLst>
          </p:cNvPr>
          <p:cNvSpPr txBox="1"/>
          <p:nvPr/>
        </p:nvSpPr>
        <p:spPr>
          <a:xfrm>
            <a:off x="199865" y="1554539"/>
            <a:ext cx="6960548" cy="1569660"/>
          </a:xfrm>
          <a:prstGeom prst="rect">
            <a:avLst/>
          </a:prstGeom>
          <a:noFill/>
        </p:spPr>
        <p:txBody>
          <a:bodyPr wrap="square" rtlCol="0">
            <a:spAutoFit/>
          </a:bodyPr>
          <a:lstStyle/>
          <a:p>
            <a:r>
              <a:rPr lang="fr-FR" sz="3200" b="1" dirty="0">
                <a:solidFill>
                  <a:srgbClr val="002060"/>
                </a:solidFill>
              </a:rPr>
              <a:t>Comment concevoir une plateforme web interactive pour faciliter l’expérience touristique au Maroc ?</a:t>
            </a:r>
            <a:endParaRPr lang="fr-FR" sz="3200" dirty="0">
              <a:solidFill>
                <a:srgbClr val="002060"/>
              </a:solidFill>
            </a:endParaRPr>
          </a:p>
        </p:txBody>
      </p:sp>
      <p:sp>
        <p:nvSpPr>
          <p:cNvPr id="34" name="Rectangle : coins arrondis 33">
            <a:extLst>
              <a:ext uri="{FF2B5EF4-FFF2-40B4-BE49-F238E27FC236}">
                <a16:creationId xmlns:a16="http://schemas.microsoft.com/office/drawing/2014/main" id="{85C5A306-D890-6257-E0C3-72249E352842}"/>
              </a:ext>
            </a:extLst>
          </p:cNvPr>
          <p:cNvSpPr/>
          <p:nvPr/>
        </p:nvSpPr>
        <p:spPr>
          <a:xfrm rot="12595904">
            <a:off x="-1035798" y="598450"/>
            <a:ext cx="702350" cy="74894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35" name="Rectangle : coins arrondis 34">
            <a:extLst>
              <a:ext uri="{FF2B5EF4-FFF2-40B4-BE49-F238E27FC236}">
                <a16:creationId xmlns:a16="http://schemas.microsoft.com/office/drawing/2014/main" id="{1B6F2FD9-BF4A-CCB0-6713-35C675982692}"/>
              </a:ext>
            </a:extLst>
          </p:cNvPr>
          <p:cNvSpPr/>
          <p:nvPr/>
        </p:nvSpPr>
        <p:spPr>
          <a:xfrm rot="12595904">
            <a:off x="-3025781" y="-1261774"/>
            <a:ext cx="702350" cy="74894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36" name="Rectangle : coins arrondis 35">
            <a:extLst>
              <a:ext uri="{FF2B5EF4-FFF2-40B4-BE49-F238E27FC236}">
                <a16:creationId xmlns:a16="http://schemas.microsoft.com/office/drawing/2014/main" id="{5F38BFAE-7095-9EBD-991F-F16B066EC814}"/>
              </a:ext>
            </a:extLst>
          </p:cNvPr>
          <p:cNvSpPr/>
          <p:nvPr/>
        </p:nvSpPr>
        <p:spPr>
          <a:xfrm rot="18071329">
            <a:off x="-2083478" y="1536389"/>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37" name="Rectangle : coins arrondis 36">
            <a:extLst>
              <a:ext uri="{FF2B5EF4-FFF2-40B4-BE49-F238E27FC236}">
                <a16:creationId xmlns:a16="http://schemas.microsoft.com/office/drawing/2014/main" id="{DBE6D4C3-616C-BAF3-0EA5-8F004E12F6A2}"/>
              </a:ext>
            </a:extLst>
          </p:cNvPr>
          <p:cNvSpPr/>
          <p:nvPr/>
        </p:nvSpPr>
        <p:spPr>
          <a:xfrm rot="18071329">
            <a:off x="-2235879" y="7228977"/>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13626503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3C84F-1A28-51EA-47F8-698DB3552420}"/>
            </a:ext>
          </a:extLst>
        </p:cNvPr>
        <p:cNvGrpSpPr/>
        <p:nvPr/>
      </p:nvGrpSpPr>
      <p:grpSpPr>
        <a:xfrm>
          <a:off x="0" y="0"/>
          <a:ext cx="0" cy="0"/>
          <a:chOff x="0" y="0"/>
          <a:chExt cx="0" cy="0"/>
        </a:xfrm>
      </p:grpSpPr>
      <p:sp>
        <p:nvSpPr>
          <p:cNvPr id="16" name="Rectangle : coins arrondis 15">
            <a:extLst>
              <a:ext uri="{FF2B5EF4-FFF2-40B4-BE49-F238E27FC236}">
                <a16:creationId xmlns:a16="http://schemas.microsoft.com/office/drawing/2014/main" id="{F747F439-8D61-A8E9-48CA-85E6731F9ACD}"/>
              </a:ext>
            </a:extLst>
          </p:cNvPr>
          <p:cNvSpPr/>
          <p:nvPr/>
        </p:nvSpPr>
        <p:spPr>
          <a:xfrm rot="16200000">
            <a:off x="4444399" y="4894210"/>
            <a:ext cx="815374" cy="5669205"/>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8" name="Rectangle : coins arrondis 17">
            <a:extLst>
              <a:ext uri="{FF2B5EF4-FFF2-40B4-BE49-F238E27FC236}">
                <a16:creationId xmlns:a16="http://schemas.microsoft.com/office/drawing/2014/main" id="{652D97FC-CE48-2686-D94D-3085D9919888}"/>
              </a:ext>
            </a:extLst>
          </p:cNvPr>
          <p:cNvSpPr/>
          <p:nvPr/>
        </p:nvSpPr>
        <p:spPr>
          <a:xfrm rot="16200000" flipV="1">
            <a:off x="9018545" y="612675"/>
            <a:ext cx="7955699" cy="4679572"/>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10" name="ZoneTexte 9">
            <a:extLst>
              <a:ext uri="{FF2B5EF4-FFF2-40B4-BE49-F238E27FC236}">
                <a16:creationId xmlns:a16="http://schemas.microsoft.com/office/drawing/2014/main" id="{78D5BDDD-6981-5EC8-32EB-AE817C9D1F5A}"/>
              </a:ext>
            </a:extLst>
          </p:cNvPr>
          <p:cNvSpPr txBox="1"/>
          <p:nvPr/>
        </p:nvSpPr>
        <p:spPr>
          <a:xfrm flipV="1">
            <a:off x="4175176" y="2743440"/>
            <a:ext cx="3975311" cy="45719"/>
          </a:xfrm>
          <a:prstGeom prst="rect">
            <a:avLst/>
          </a:prstGeom>
          <a:noFill/>
        </p:spPr>
        <p:txBody>
          <a:bodyPr wrap="square" rtlCol="0">
            <a:spAutoFit/>
          </a:bodyPr>
          <a:lstStyle/>
          <a:p>
            <a:endParaRPr lang="fr-FR" dirty="0"/>
          </a:p>
        </p:txBody>
      </p:sp>
      <p:sp>
        <p:nvSpPr>
          <p:cNvPr id="13" name="Rectangle : coins arrondis 12">
            <a:extLst>
              <a:ext uri="{FF2B5EF4-FFF2-40B4-BE49-F238E27FC236}">
                <a16:creationId xmlns:a16="http://schemas.microsoft.com/office/drawing/2014/main" id="{4B4CB2AF-AA4C-E39B-82B1-776AB7DF58F7}"/>
              </a:ext>
            </a:extLst>
          </p:cNvPr>
          <p:cNvSpPr/>
          <p:nvPr/>
        </p:nvSpPr>
        <p:spPr>
          <a:xfrm rot="10800000">
            <a:off x="468853" y="5634410"/>
            <a:ext cx="8666876" cy="74894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7" name="Rectangle : coins arrondis 16">
            <a:extLst>
              <a:ext uri="{FF2B5EF4-FFF2-40B4-BE49-F238E27FC236}">
                <a16:creationId xmlns:a16="http://schemas.microsoft.com/office/drawing/2014/main" id="{EB055C8D-1AE0-5ED2-DD6D-E61ADFD5F9A6}"/>
              </a:ext>
            </a:extLst>
          </p:cNvPr>
          <p:cNvSpPr/>
          <p:nvPr/>
        </p:nvSpPr>
        <p:spPr>
          <a:xfrm rot="10800000">
            <a:off x="469220" y="1315314"/>
            <a:ext cx="8682824" cy="74894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9" name="Rectangle : coins arrondis 18">
            <a:extLst>
              <a:ext uri="{FF2B5EF4-FFF2-40B4-BE49-F238E27FC236}">
                <a16:creationId xmlns:a16="http://schemas.microsoft.com/office/drawing/2014/main" id="{C034DBF4-40F7-7560-2290-D135016D5F94}"/>
              </a:ext>
            </a:extLst>
          </p:cNvPr>
          <p:cNvSpPr/>
          <p:nvPr/>
        </p:nvSpPr>
        <p:spPr>
          <a:xfrm rot="10800000">
            <a:off x="468554" y="2405107"/>
            <a:ext cx="8682824" cy="74894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1" name="Rectangle : coins arrondis 20">
            <a:extLst>
              <a:ext uri="{FF2B5EF4-FFF2-40B4-BE49-F238E27FC236}">
                <a16:creationId xmlns:a16="http://schemas.microsoft.com/office/drawing/2014/main" id="{A0FBBCA8-1FAD-7A52-9F9A-FAFC3353F60F}"/>
              </a:ext>
            </a:extLst>
          </p:cNvPr>
          <p:cNvSpPr/>
          <p:nvPr/>
        </p:nvSpPr>
        <p:spPr>
          <a:xfrm rot="10800000">
            <a:off x="452905" y="3512432"/>
            <a:ext cx="8682824" cy="74894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2" name="Rectangle : coins arrondis 21">
            <a:extLst>
              <a:ext uri="{FF2B5EF4-FFF2-40B4-BE49-F238E27FC236}">
                <a16:creationId xmlns:a16="http://schemas.microsoft.com/office/drawing/2014/main" id="{6ADD2DC5-F623-BD2F-08B8-E96556EB1308}"/>
              </a:ext>
            </a:extLst>
          </p:cNvPr>
          <p:cNvSpPr/>
          <p:nvPr/>
        </p:nvSpPr>
        <p:spPr>
          <a:xfrm rot="10800000">
            <a:off x="420878" y="4582268"/>
            <a:ext cx="8730500" cy="74894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3" name="Rectangle : coins arrondis 22">
            <a:extLst>
              <a:ext uri="{FF2B5EF4-FFF2-40B4-BE49-F238E27FC236}">
                <a16:creationId xmlns:a16="http://schemas.microsoft.com/office/drawing/2014/main" id="{EA6D2400-AA37-DEE9-AE58-9DBAE004DBDB}"/>
              </a:ext>
            </a:extLst>
          </p:cNvPr>
          <p:cNvSpPr/>
          <p:nvPr/>
        </p:nvSpPr>
        <p:spPr>
          <a:xfrm rot="18780598">
            <a:off x="130510" y="5704591"/>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4" name="Rectangle : coins arrondis 23">
            <a:extLst>
              <a:ext uri="{FF2B5EF4-FFF2-40B4-BE49-F238E27FC236}">
                <a16:creationId xmlns:a16="http://schemas.microsoft.com/office/drawing/2014/main" id="{F6BC9A0E-AA6D-E4F8-32E8-D3C031DF3702}"/>
              </a:ext>
            </a:extLst>
          </p:cNvPr>
          <p:cNvSpPr/>
          <p:nvPr/>
        </p:nvSpPr>
        <p:spPr>
          <a:xfrm rot="18071329">
            <a:off x="-4147144" y="2585636"/>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6" name="Rectangle : coins arrondis 25">
            <a:extLst>
              <a:ext uri="{FF2B5EF4-FFF2-40B4-BE49-F238E27FC236}">
                <a16:creationId xmlns:a16="http://schemas.microsoft.com/office/drawing/2014/main" id="{2759691F-F2FA-8E65-1490-7DC0D2B33929}"/>
              </a:ext>
            </a:extLst>
          </p:cNvPr>
          <p:cNvSpPr/>
          <p:nvPr/>
        </p:nvSpPr>
        <p:spPr>
          <a:xfrm rot="18751890">
            <a:off x="130512" y="4652427"/>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7" name="Rectangle : coins arrondis 26">
            <a:extLst>
              <a:ext uri="{FF2B5EF4-FFF2-40B4-BE49-F238E27FC236}">
                <a16:creationId xmlns:a16="http://schemas.microsoft.com/office/drawing/2014/main" id="{8094D629-D975-0BA3-3E4E-8B0C4261D18E}"/>
              </a:ext>
            </a:extLst>
          </p:cNvPr>
          <p:cNvSpPr/>
          <p:nvPr/>
        </p:nvSpPr>
        <p:spPr>
          <a:xfrm rot="18551100">
            <a:off x="73452" y="2493101"/>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6" name="ZoneTexte 5">
            <a:extLst>
              <a:ext uri="{FF2B5EF4-FFF2-40B4-BE49-F238E27FC236}">
                <a16:creationId xmlns:a16="http://schemas.microsoft.com/office/drawing/2014/main" id="{EFB31DBC-7A4E-0CEE-38B8-1CD5F006B02D}"/>
              </a:ext>
            </a:extLst>
          </p:cNvPr>
          <p:cNvSpPr txBox="1"/>
          <p:nvPr/>
        </p:nvSpPr>
        <p:spPr>
          <a:xfrm rot="5400000">
            <a:off x="8100836" y="3521228"/>
            <a:ext cx="6106806" cy="984885"/>
          </a:xfrm>
          <a:prstGeom prst="rect">
            <a:avLst/>
          </a:prstGeom>
          <a:noFill/>
        </p:spPr>
        <p:txBody>
          <a:bodyPr wrap="square" rtlCol="0">
            <a:spAutoFit/>
          </a:bodyPr>
          <a:lstStyle/>
          <a:p>
            <a:r>
              <a:rPr lang="fr-FR" altLang="fr-FR" sz="4000" dirty="0">
                <a:solidFill>
                  <a:schemeClr val="bg1"/>
                </a:solidFill>
                <a:latin typeface="Arial Black" panose="020B0A04020102020204" pitchFamily="34" charset="0"/>
                <a:ea typeface="ADLaM Display" panose="02010000000000000000" pitchFamily="2" charset="0"/>
                <a:cs typeface="ADLaM Display" panose="02010000000000000000" pitchFamily="2" charset="0"/>
              </a:rPr>
              <a:t>Problématique </a:t>
            </a:r>
          </a:p>
          <a:p>
            <a:endParaRPr lang="fr-FR" dirty="0"/>
          </a:p>
        </p:txBody>
      </p:sp>
      <p:sp>
        <p:nvSpPr>
          <p:cNvPr id="8" name="ZoneTexte 7">
            <a:extLst>
              <a:ext uri="{FF2B5EF4-FFF2-40B4-BE49-F238E27FC236}">
                <a16:creationId xmlns:a16="http://schemas.microsoft.com/office/drawing/2014/main" id="{C5B3C2B2-C2EF-164D-C981-5657F5E8901E}"/>
              </a:ext>
            </a:extLst>
          </p:cNvPr>
          <p:cNvSpPr txBox="1"/>
          <p:nvPr/>
        </p:nvSpPr>
        <p:spPr>
          <a:xfrm>
            <a:off x="143540" y="175437"/>
            <a:ext cx="10274455" cy="830997"/>
          </a:xfrm>
          <a:prstGeom prst="rect">
            <a:avLst/>
          </a:prstGeom>
          <a:noFill/>
        </p:spPr>
        <p:txBody>
          <a:bodyPr wrap="square" rtlCol="0">
            <a:spAutoFit/>
          </a:bodyPr>
          <a:lstStyle/>
          <a:p>
            <a:r>
              <a:rPr lang="fr-FR" sz="2400" b="1" dirty="0">
                <a:solidFill>
                  <a:srgbClr val="002060"/>
                </a:solidFill>
              </a:rPr>
              <a:t>Comment concevoir une plateforme web interactive pour faciliter l’expérience touristique au Maroc ?</a:t>
            </a:r>
            <a:endParaRPr lang="fr-FR" sz="2400" dirty="0">
              <a:solidFill>
                <a:srgbClr val="002060"/>
              </a:solidFill>
            </a:endParaRPr>
          </a:p>
        </p:txBody>
      </p:sp>
      <p:sp>
        <p:nvSpPr>
          <p:cNvPr id="34" name="Rectangle : coins arrondis 33">
            <a:extLst>
              <a:ext uri="{FF2B5EF4-FFF2-40B4-BE49-F238E27FC236}">
                <a16:creationId xmlns:a16="http://schemas.microsoft.com/office/drawing/2014/main" id="{D254418B-0626-A215-65C8-8DA646FCA33B}"/>
              </a:ext>
            </a:extLst>
          </p:cNvPr>
          <p:cNvSpPr/>
          <p:nvPr/>
        </p:nvSpPr>
        <p:spPr>
          <a:xfrm rot="12595904">
            <a:off x="-1035798" y="598450"/>
            <a:ext cx="702350" cy="74894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35" name="Rectangle : coins arrondis 34">
            <a:extLst>
              <a:ext uri="{FF2B5EF4-FFF2-40B4-BE49-F238E27FC236}">
                <a16:creationId xmlns:a16="http://schemas.microsoft.com/office/drawing/2014/main" id="{E07E2814-D9C5-0FBA-D0A2-202EC279C85F}"/>
              </a:ext>
            </a:extLst>
          </p:cNvPr>
          <p:cNvSpPr/>
          <p:nvPr/>
        </p:nvSpPr>
        <p:spPr>
          <a:xfrm rot="12595904">
            <a:off x="-3025781" y="-1261774"/>
            <a:ext cx="702350" cy="74894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36" name="Rectangle : coins arrondis 35">
            <a:extLst>
              <a:ext uri="{FF2B5EF4-FFF2-40B4-BE49-F238E27FC236}">
                <a16:creationId xmlns:a16="http://schemas.microsoft.com/office/drawing/2014/main" id="{AD81A427-ABBF-4BB8-01FD-EBF8D749C184}"/>
              </a:ext>
            </a:extLst>
          </p:cNvPr>
          <p:cNvSpPr/>
          <p:nvPr/>
        </p:nvSpPr>
        <p:spPr>
          <a:xfrm rot="18819365">
            <a:off x="108451" y="1376904"/>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37" name="Rectangle : coins arrondis 36">
            <a:extLst>
              <a:ext uri="{FF2B5EF4-FFF2-40B4-BE49-F238E27FC236}">
                <a16:creationId xmlns:a16="http://schemas.microsoft.com/office/drawing/2014/main" id="{AC56106E-6520-4A43-840F-BF19E91CD98B}"/>
              </a:ext>
            </a:extLst>
          </p:cNvPr>
          <p:cNvSpPr/>
          <p:nvPr/>
        </p:nvSpPr>
        <p:spPr>
          <a:xfrm rot="18071329">
            <a:off x="-2235879" y="7228977"/>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 name="ZoneTexte 1">
            <a:extLst>
              <a:ext uri="{FF2B5EF4-FFF2-40B4-BE49-F238E27FC236}">
                <a16:creationId xmlns:a16="http://schemas.microsoft.com/office/drawing/2014/main" id="{24BE1E73-FC15-AC4E-C36E-22FCB561E4F1}"/>
              </a:ext>
            </a:extLst>
          </p:cNvPr>
          <p:cNvSpPr txBox="1"/>
          <p:nvPr/>
        </p:nvSpPr>
        <p:spPr>
          <a:xfrm>
            <a:off x="277273" y="1349970"/>
            <a:ext cx="401778" cy="584775"/>
          </a:xfrm>
          <a:prstGeom prst="rect">
            <a:avLst/>
          </a:prstGeom>
          <a:noFill/>
        </p:spPr>
        <p:txBody>
          <a:bodyPr wrap="square" rtlCol="0">
            <a:spAutoFit/>
          </a:bodyPr>
          <a:lstStyle/>
          <a:p>
            <a:r>
              <a:rPr lang="fr-FR" sz="32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1</a:t>
            </a:r>
          </a:p>
        </p:txBody>
      </p:sp>
      <p:sp>
        <p:nvSpPr>
          <p:cNvPr id="11" name="Rectangle 2">
            <a:extLst>
              <a:ext uri="{FF2B5EF4-FFF2-40B4-BE49-F238E27FC236}">
                <a16:creationId xmlns:a16="http://schemas.microsoft.com/office/drawing/2014/main" id="{1AE65D29-1B14-B1C3-0734-58A4823D368D}"/>
              </a:ext>
            </a:extLst>
          </p:cNvPr>
          <p:cNvSpPr>
            <a:spLocks noChangeArrowheads="1"/>
          </p:cNvSpPr>
          <p:nvPr/>
        </p:nvSpPr>
        <p:spPr bwMode="auto">
          <a:xfrm>
            <a:off x="870332" y="1151749"/>
            <a:ext cx="9386047"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pPr>
            <a:r>
              <a:rPr lang="fr-FR" sz="20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Les informations touristiques sont dispersées sur plusieurs sources</a:t>
            </a:r>
            <a:endParaRPr kumimoji="0" lang="fr-FR" altLang="fr-FR" sz="2000" b="0" i="0" u="none" strike="noStrike" cap="none" normalizeH="0" baseline="0" dirty="0">
              <a:ln>
                <a:noFill/>
              </a:ln>
              <a:solidFill>
                <a:schemeClr val="bg1"/>
              </a:solidFill>
              <a:effectLst/>
              <a:latin typeface="ADLaM Display" panose="02010000000000000000" pitchFamily="2" charset="0"/>
              <a:ea typeface="ADLaM Display" panose="02010000000000000000" pitchFamily="2" charset="0"/>
              <a:cs typeface="ADLaM Display" panose="02010000000000000000" pitchFamily="2" charset="0"/>
            </a:endParaRPr>
          </a:p>
        </p:txBody>
      </p:sp>
      <p:sp>
        <p:nvSpPr>
          <p:cNvPr id="12" name="ZoneTexte 11">
            <a:extLst>
              <a:ext uri="{FF2B5EF4-FFF2-40B4-BE49-F238E27FC236}">
                <a16:creationId xmlns:a16="http://schemas.microsoft.com/office/drawing/2014/main" id="{2CDC7DD5-C75C-E8AE-1ABE-F69A542F16D1}"/>
              </a:ext>
            </a:extLst>
          </p:cNvPr>
          <p:cNvSpPr txBox="1"/>
          <p:nvPr/>
        </p:nvSpPr>
        <p:spPr>
          <a:xfrm>
            <a:off x="235785" y="2505026"/>
            <a:ext cx="401778" cy="584775"/>
          </a:xfrm>
          <a:prstGeom prst="rect">
            <a:avLst/>
          </a:prstGeom>
          <a:noFill/>
        </p:spPr>
        <p:txBody>
          <a:bodyPr wrap="square" rtlCol="0">
            <a:spAutoFit/>
          </a:bodyPr>
          <a:lstStyle/>
          <a:p>
            <a:r>
              <a:rPr lang="fr-FR" sz="32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2</a:t>
            </a:r>
          </a:p>
        </p:txBody>
      </p:sp>
      <p:sp>
        <p:nvSpPr>
          <p:cNvPr id="14" name="Rectangle : coins arrondis 13">
            <a:extLst>
              <a:ext uri="{FF2B5EF4-FFF2-40B4-BE49-F238E27FC236}">
                <a16:creationId xmlns:a16="http://schemas.microsoft.com/office/drawing/2014/main" id="{BFEC22BD-4825-E800-EABE-744F4BE9F1DD}"/>
              </a:ext>
            </a:extLst>
          </p:cNvPr>
          <p:cNvSpPr/>
          <p:nvPr/>
        </p:nvSpPr>
        <p:spPr>
          <a:xfrm rot="18579579">
            <a:off x="80100" y="3577868"/>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8" name="ZoneTexte 27">
            <a:extLst>
              <a:ext uri="{FF2B5EF4-FFF2-40B4-BE49-F238E27FC236}">
                <a16:creationId xmlns:a16="http://schemas.microsoft.com/office/drawing/2014/main" id="{B62D899A-EDEE-1908-B375-9EEBF0045B1D}"/>
              </a:ext>
            </a:extLst>
          </p:cNvPr>
          <p:cNvSpPr txBox="1"/>
          <p:nvPr/>
        </p:nvSpPr>
        <p:spPr>
          <a:xfrm>
            <a:off x="239980" y="3566604"/>
            <a:ext cx="401778" cy="584775"/>
          </a:xfrm>
          <a:prstGeom prst="rect">
            <a:avLst/>
          </a:prstGeom>
          <a:noFill/>
        </p:spPr>
        <p:txBody>
          <a:bodyPr wrap="square" rtlCol="0">
            <a:spAutoFit/>
          </a:bodyPr>
          <a:lstStyle/>
          <a:p>
            <a:r>
              <a:rPr lang="fr-FR" sz="32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3</a:t>
            </a:r>
          </a:p>
        </p:txBody>
      </p:sp>
      <p:sp>
        <p:nvSpPr>
          <p:cNvPr id="32" name="ZoneTexte 31">
            <a:extLst>
              <a:ext uri="{FF2B5EF4-FFF2-40B4-BE49-F238E27FC236}">
                <a16:creationId xmlns:a16="http://schemas.microsoft.com/office/drawing/2014/main" id="{D5D37E7A-1BE0-08C6-1BF2-43C8F4A7FBF0}"/>
              </a:ext>
            </a:extLst>
          </p:cNvPr>
          <p:cNvSpPr txBox="1"/>
          <p:nvPr/>
        </p:nvSpPr>
        <p:spPr>
          <a:xfrm>
            <a:off x="231537" y="4619757"/>
            <a:ext cx="401778" cy="584775"/>
          </a:xfrm>
          <a:prstGeom prst="rect">
            <a:avLst/>
          </a:prstGeom>
          <a:noFill/>
        </p:spPr>
        <p:txBody>
          <a:bodyPr wrap="square" rtlCol="0">
            <a:spAutoFit/>
          </a:bodyPr>
          <a:lstStyle/>
          <a:p>
            <a:r>
              <a:rPr lang="fr-FR" sz="32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4</a:t>
            </a:r>
          </a:p>
        </p:txBody>
      </p:sp>
      <p:sp>
        <p:nvSpPr>
          <p:cNvPr id="38" name="ZoneTexte 37">
            <a:extLst>
              <a:ext uri="{FF2B5EF4-FFF2-40B4-BE49-F238E27FC236}">
                <a16:creationId xmlns:a16="http://schemas.microsoft.com/office/drawing/2014/main" id="{A16CE61F-1736-0B88-925B-CDB141C439FB}"/>
              </a:ext>
            </a:extLst>
          </p:cNvPr>
          <p:cNvSpPr txBox="1"/>
          <p:nvPr/>
        </p:nvSpPr>
        <p:spPr>
          <a:xfrm>
            <a:off x="239980" y="5688707"/>
            <a:ext cx="401778" cy="584775"/>
          </a:xfrm>
          <a:prstGeom prst="rect">
            <a:avLst/>
          </a:prstGeom>
          <a:noFill/>
        </p:spPr>
        <p:txBody>
          <a:bodyPr wrap="square" rtlCol="0">
            <a:spAutoFit/>
          </a:bodyPr>
          <a:lstStyle/>
          <a:p>
            <a:r>
              <a:rPr lang="fr-FR" sz="32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5</a:t>
            </a:r>
          </a:p>
        </p:txBody>
      </p:sp>
      <p:sp>
        <p:nvSpPr>
          <p:cNvPr id="44" name="Rectangle 9">
            <a:extLst>
              <a:ext uri="{FF2B5EF4-FFF2-40B4-BE49-F238E27FC236}">
                <a16:creationId xmlns:a16="http://schemas.microsoft.com/office/drawing/2014/main" id="{AB3F0D42-2115-2271-4486-16F5D559B10A}"/>
              </a:ext>
            </a:extLst>
          </p:cNvPr>
          <p:cNvSpPr>
            <a:spLocks noChangeArrowheads="1"/>
          </p:cNvSpPr>
          <p:nvPr/>
        </p:nvSpPr>
        <p:spPr bwMode="auto">
          <a:xfrm>
            <a:off x="870332" y="2133455"/>
            <a:ext cx="7686689"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tabLst/>
            </a:pPr>
            <a:r>
              <a:rPr kumimoji="0" lang="fr-FR" altLang="fr-FR" sz="2000" b="0" i="0" u="none" strike="noStrike" cap="none" normalizeH="0" baseline="0" dirty="0">
                <a:ln>
                  <a:noFill/>
                </a:ln>
                <a:solidFill>
                  <a:schemeClr val="bg1"/>
                </a:solidFill>
                <a:effectLst/>
                <a:latin typeface="ADLaM Display" panose="02010000000000000000" pitchFamily="2" charset="0"/>
                <a:ea typeface="ADLaM Display" panose="02010000000000000000" pitchFamily="2" charset="0"/>
                <a:cs typeface="ADLaM Display" panose="02010000000000000000" pitchFamily="2" charset="0"/>
              </a:rPr>
              <a:t>Les recommandations ne sont pas adaptées aux préférences de chaque utilisateur.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46" name="Rectangle 11">
            <a:extLst>
              <a:ext uri="{FF2B5EF4-FFF2-40B4-BE49-F238E27FC236}">
                <a16:creationId xmlns:a16="http://schemas.microsoft.com/office/drawing/2014/main" id="{C95DA99B-2F46-AD31-2205-307F157DB59D}"/>
              </a:ext>
            </a:extLst>
          </p:cNvPr>
          <p:cNvSpPr>
            <a:spLocks noChangeArrowheads="1"/>
          </p:cNvSpPr>
          <p:nvPr/>
        </p:nvSpPr>
        <p:spPr bwMode="auto">
          <a:xfrm>
            <a:off x="905397" y="3366217"/>
            <a:ext cx="8296695"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fr-FR" altLang="fr-FR" sz="2000" b="0" i="0" u="none" strike="noStrike" cap="none" normalizeH="0" baseline="0" dirty="0">
                <a:ln>
                  <a:noFill/>
                </a:ln>
                <a:solidFill>
                  <a:schemeClr val="bg1"/>
                </a:solidFill>
                <a:effectLst/>
                <a:latin typeface="ADLaM Display" panose="02010000000000000000" pitchFamily="2" charset="0"/>
                <a:ea typeface="ADLaM Display" panose="02010000000000000000" pitchFamily="2" charset="0"/>
                <a:cs typeface="ADLaM Display" panose="02010000000000000000" pitchFamily="2" charset="0"/>
              </a:rPr>
              <a:t>La sécurité des données personnelles constitue un défi important.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47" name="Rectangle 12">
            <a:extLst>
              <a:ext uri="{FF2B5EF4-FFF2-40B4-BE49-F238E27FC236}">
                <a16:creationId xmlns:a16="http://schemas.microsoft.com/office/drawing/2014/main" id="{23ED9878-3DBA-EE84-C410-96B61541BD26}"/>
              </a:ext>
            </a:extLst>
          </p:cNvPr>
          <p:cNvSpPr>
            <a:spLocks noChangeArrowheads="1"/>
          </p:cNvSpPr>
          <p:nvPr/>
        </p:nvSpPr>
        <p:spPr bwMode="auto">
          <a:xfrm>
            <a:off x="957440" y="4316949"/>
            <a:ext cx="8548291"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fr-FR" altLang="fr-FR" sz="2000" b="0" i="0" u="none" strike="noStrike" cap="none" normalizeH="0" baseline="0" dirty="0">
                <a:ln>
                  <a:noFill/>
                </a:ln>
                <a:solidFill>
                  <a:schemeClr val="bg1"/>
                </a:solidFill>
                <a:effectLst/>
                <a:latin typeface="ADLaM Display" panose="02010000000000000000" pitchFamily="2" charset="0"/>
                <a:ea typeface="ADLaM Display" panose="02010000000000000000" pitchFamily="2" charset="0"/>
                <a:cs typeface="ADLaM Display" panose="02010000000000000000" pitchFamily="2" charset="0"/>
              </a:rPr>
              <a:t>Le manque de support multilingue complique l'accès aux informations pour les touristes étrangers.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49" name="ZoneTexte 48">
            <a:extLst>
              <a:ext uri="{FF2B5EF4-FFF2-40B4-BE49-F238E27FC236}">
                <a16:creationId xmlns:a16="http://schemas.microsoft.com/office/drawing/2014/main" id="{5B794385-CC7A-8983-C3F0-EE6F66E71EDA}"/>
              </a:ext>
            </a:extLst>
          </p:cNvPr>
          <p:cNvSpPr txBox="1"/>
          <p:nvPr/>
        </p:nvSpPr>
        <p:spPr>
          <a:xfrm>
            <a:off x="957440" y="5627151"/>
            <a:ext cx="8395173" cy="707886"/>
          </a:xfrm>
          <a:prstGeom prst="rect">
            <a:avLst/>
          </a:prstGeom>
          <a:noFill/>
        </p:spPr>
        <p:txBody>
          <a:bodyPr wrap="square">
            <a:spAutoFit/>
          </a:bodyPr>
          <a:lstStyle/>
          <a:p>
            <a:r>
              <a:rPr lang="fr-FR" sz="20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La culture marocaine n'est pas suffisamment valorisée sur les plateformes numériques. </a:t>
            </a:r>
          </a:p>
        </p:txBody>
      </p:sp>
    </p:spTree>
    <p:extLst>
      <p:ext uri="{BB962C8B-B14F-4D97-AF65-F5344CB8AC3E}">
        <p14:creationId xmlns:p14="http://schemas.microsoft.com/office/powerpoint/2010/main" val="20948048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1C6BB-F162-19BF-C737-193A845B8B8C}"/>
            </a:ext>
          </a:extLst>
        </p:cNvPr>
        <p:cNvGrpSpPr/>
        <p:nvPr/>
      </p:nvGrpSpPr>
      <p:grpSpPr>
        <a:xfrm>
          <a:off x="0" y="0"/>
          <a:ext cx="0" cy="0"/>
          <a:chOff x="0" y="0"/>
          <a:chExt cx="0" cy="0"/>
        </a:xfrm>
      </p:grpSpPr>
      <p:sp>
        <p:nvSpPr>
          <p:cNvPr id="16" name="Rectangle : coins arrondis 15">
            <a:extLst>
              <a:ext uri="{FF2B5EF4-FFF2-40B4-BE49-F238E27FC236}">
                <a16:creationId xmlns:a16="http://schemas.microsoft.com/office/drawing/2014/main" id="{50C4B304-C89A-6CFD-A88B-E1AA47C38742}"/>
              </a:ext>
            </a:extLst>
          </p:cNvPr>
          <p:cNvSpPr/>
          <p:nvPr/>
        </p:nvSpPr>
        <p:spPr>
          <a:xfrm rot="16200000">
            <a:off x="4444399" y="4894210"/>
            <a:ext cx="815374" cy="5669205"/>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8" name="Rectangle : coins arrondis 17">
            <a:extLst>
              <a:ext uri="{FF2B5EF4-FFF2-40B4-BE49-F238E27FC236}">
                <a16:creationId xmlns:a16="http://schemas.microsoft.com/office/drawing/2014/main" id="{A67407A7-EB18-C0B1-FB2D-3AC43D376E19}"/>
              </a:ext>
            </a:extLst>
          </p:cNvPr>
          <p:cNvSpPr/>
          <p:nvPr/>
        </p:nvSpPr>
        <p:spPr>
          <a:xfrm rot="16200000" flipV="1">
            <a:off x="2057955" y="-3619271"/>
            <a:ext cx="8209752" cy="1341814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10" name="ZoneTexte 9">
            <a:extLst>
              <a:ext uri="{FF2B5EF4-FFF2-40B4-BE49-F238E27FC236}">
                <a16:creationId xmlns:a16="http://schemas.microsoft.com/office/drawing/2014/main" id="{9810A85B-18E1-FF64-9676-1381450E3F44}"/>
              </a:ext>
            </a:extLst>
          </p:cNvPr>
          <p:cNvSpPr txBox="1"/>
          <p:nvPr/>
        </p:nvSpPr>
        <p:spPr>
          <a:xfrm flipV="1">
            <a:off x="4175176" y="2743440"/>
            <a:ext cx="3975311" cy="45719"/>
          </a:xfrm>
          <a:prstGeom prst="rect">
            <a:avLst/>
          </a:prstGeom>
          <a:noFill/>
        </p:spPr>
        <p:txBody>
          <a:bodyPr wrap="square" rtlCol="0">
            <a:spAutoFit/>
          </a:bodyPr>
          <a:lstStyle/>
          <a:p>
            <a:endParaRPr lang="fr-FR" dirty="0"/>
          </a:p>
        </p:txBody>
      </p:sp>
      <p:sp>
        <p:nvSpPr>
          <p:cNvPr id="13" name="Rectangle : coins arrondis 12">
            <a:extLst>
              <a:ext uri="{FF2B5EF4-FFF2-40B4-BE49-F238E27FC236}">
                <a16:creationId xmlns:a16="http://schemas.microsoft.com/office/drawing/2014/main" id="{5905FF81-93E6-E459-A9D0-12BECDEBA7F8}"/>
              </a:ext>
            </a:extLst>
          </p:cNvPr>
          <p:cNvSpPr/>
          <p:nvPr/>
        </p:nvSpPr>
        <p:spPr>
          <a:xfrm rot="10800000">
            <a:off x="8346405" y="2731773"/>
            <a:ext cx="3645548" cy="2720051"/>
          </a:xfrm>
          <a:prstGeom prst="roundRect">
            <a:avLst/>
          </a:prstGeom>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7" name="Rectangle : coins arrondis 16">
            <a:extLst>
              <a:ext uri="{FF2B5EF4-FFF2-40B4-BE49-F238E27FC236}">
                <a16:creationId xmlns:a16="http://schemas.microsoft.com/office/drawing/2014/main" id="{295B028C-FD5C-44A3-8981-142AE6E6D251}"/>
              </a:ext>
            </a:extLst>
          </p:cNvPr>
          <p:cNvSpPr/>
          <p:nvPr/>
        </p:nvSpPr>
        <p:spPr>
          <a:xfrm rot="16200000">
            <a:off x="1319730" y="3628074"/>
            <a:ext cx="2448105" cy="3414203"/>
          </a:xfrm>
          <a:prstGeom prst="roundRect">
            <a:avLst/>
          </a:prstGeom>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9" name="Rectangle : coins arrondis 18">
            <a:extLst>
              <a:ext uri="{FF2B5EF4-FFF2-40B4-BE49-F238E27FC236}">
                <a16:creationId xmlns:a16="http://schemas.microsoft.com/office/drawing/2014/main" id="{7A4115FC-440C-F76C-31E7-19B43872A7FA}"/>
              </a:ext>
            </a:extLst>
          </p:cNvPr>
          <p:cNvSpPr/>
          <p:nvPr/>
        </p:nvSpPr>
        <p:spPr>
          <a:xfrm rot="10800000">
            <a:off x="836682" y="1522824"/>
            <a:ext cx="3411788" cy="2441219"/>
          </a:xfrm>
          <a:prstGeom prst="roundRect">
            <a:avLst/>
          </a:prstGeom>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1" name="Rectangle : coins arrondis 20">
            <a:extLst>
              <a:ext uri="{FF2B5EF4-FFF2-40B4-BE49-F238E27FC236}">
                <a16:creationId xmlns:a16="http://schemas.microsoft.com/office/drawing/2014/main" id="{1EBA2ACC-9C94-FC1B-761B-D09D364B1551}"/>
              </a:ext>
            </a:extLst>
          </p:cNvPr>
          <p:cNvSpPr/>
          <p:nvPr/>
        </p:nvSpPr>
        <p:spPr>
          <a:xfrm rot="10800000">
            <a:off x="4704922" y="4177444"/>
            <a:ext cx="3411787" cy="2403118"/>
          </a:xfrm>
          <a:prstGeom prst="roundRect">
            <a:avLst/>
          </a:prstGeom>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2" name="Rectangle : coins arrondis 21">
            <a:extLst>
              <a:ext uri="{FF2B5EF4-FFF2-40B4-BE49-F238E27FC236}">
                <a16:creationId xmlns:a16="http://schemas.microsoft.com/office/drawing/2014/main" id="{43845D16-40A9-F8B6-06D6-22515E149E84}"/>
              </a:ext>
            </a:extLst>
          </p:cNvPr>
          <p:cNvSpPr/>
          <p:nvPr/>
        </p:nvSpPr>
        <p:spPr>
          <a:xfrm rot="10800000">
            <a:off x="4704923" y="1522824"/>
            <a:ext cx="3404429" cy="2448106"/>
          </a:xfrm>
          <a:prstGeom prst="roundRect">
            <a:avLst/>
          </a:prstGeom>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23" name="Rectangle : coins arrondis 22">
            <a:extLst>
              <a:ext uri="{FF2B5EF4-FFF2-40B4-BE49-F238E27FC236}">
                <a16:creationId xmlns:a16="http://schemas.microsoft.com/office/drawing/2014/main" id="{E613810A-970C-A0A3-AD3A-E37C80EA3B6D}"/>
              </a:ext>
            </a:extLst>
          </p:cNvPr>
          <p:cNvSpPr/>
          <p:nvPr/>
        </p:nvSpPr>
        <p:spPr>
          <a:xfrm rot="18780598">
            <a:off x="8217197" y="2551894"/>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4" name="Rectangle : coins arrondis 23">
            <a:extLst>
              <a:ext uri="{FF2B5EF4-FFF2-40B4-BE49-F238E27FC236}">
                <a16:creationId xmlns:a16="http://schemas.microsoft.com/office/drawing/2014/main" id="{3A9D44CC-8B60-D44E-98D8-B18ECE9D995A}"/>
              </a:ext>
            </a:extLst>
          </p:cNvPr>
          <p:cNvSpPr/>
          <p:nvPr/>
        </p:nvSpPr>
        <p:spPr>
          <a:xfrm rot="18071329">
            <a:off x="-4147144" y="2585636"/>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6" name="Rectangle : coins arrondis 25">
            <a:extLst>
              <a:ext uri="{FF2B5EF4-FFF2-40B4-BE49-F238E27FC236}">
                <a16:creationId xmlns:a16="http://schemas.microsoft.com/office/drawing/2014/main" id="{93A11851-AE81-1804-6D61-B5A5C657C3DB}"/>
              </a:ext>
            </a:extLst>
          </p:cNvPr>
          <p:cNvSpPr/>
          <p:nvPr/>
        </p:nvSpPr>
        <p:spPr>
          <a:xfrm rot="18751890">
            <a:off x="4401328" y="4050658"/>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7" name="Rectangle : coins arrondis 26">
            <a:extLst>
              <a:ext uri="{FF2B5EF4-FFF2-40B4-BE49-F238E27FC236}">
                <a16:creationId xmlns:a16="http://schemas.microsoft.com/office/drawing/2014/main" id="{841749E2-F72E-707A-1C5B-3FD00DBF7AC6}"/>
              </a:ext>
            </a:extLst>
          </p:cNvPr>
          <p:cNvSpPr/>
          <p:nvPr/>
        </p:nvSpPr>
        <p:spPr>
          <a:xfrm rot="18551100">
            <a:off x="4367886" y="1395816"/>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6" name="ZoneTexte 5">
            <a:extLst>
              <a:ext uri="{FF2B5EF4-FFF2-40B4-BE49-F238E27FC236}">
                <a16:creationId xmlns:a16="http://schemas.microsoft.com/office/drawing/2014/main" id="{4E480838-15D6-CF3D-D03C-F5E4D6549ABD}"/>
              </a:ext>
            </a:extLst>
          </p:cNvPr>
          <p:cNvSpPr txBox="1"/>
          <p:nvPr/>
        </p:nvSpPr>
        <p:spPr>
          <a:xfrm>
            <a:off x="3752356" y="47189"/>
            <a:ext cx="6106806" cy="984885"/>
          </a:xfrm>
          <a:prstGeom prst="rect">
            <a:avLst/>
          </a:prstGeom>
          <a:noFill/>
        </p:spPr>
        <p:txBody>
          <a:bodyPr wrap="square" rtlCol="0">
            <a:spAutoFit/>
          </a:bodyPr>
          <a:lstStyle/>
          <a:p>
            <a:r>
              <a:rPr lang="fr-FR" altLang="fr-FR" sz="4000" u="sng" dirty="0">
                <a:solidFill>
                  <a:schemeClr val="bg1"/>
                </a:solidFill>
                <a:latin typeface="Arial Black" panose="020B0A04020102020204" pitchFamily="34" charset="0"/>
                <a:ea typeface="ADLaM Display" panose="02010000000000000000" pitchFamily="2" charset="0"/>
                <a:cs typeface="ADLaM Display" panose="02010000000000000000" pitchFamily="2" charset="0"/>
              </a:rPr>
              <a:t>Solution </a:t>
            </a:r>
            <a:r>
              <a:rPr kumimoji="0" lang="fr-FR" altLang="fr-FR" sz="4000" b="0" i="0" u="sng" strike="noStrike" cap="none" normalizeH="0" baseline="0" dirty="0">
                <a:ln>
                  <a:noFill/>
                </a:ln>
                <a:solidFill>
                  <a:schemeClr val="bg1"/>
                </a:solidFill>
                <a:effectLst/>
                <a:latin typeface="Arial Black" panose="020B0A04020102020204" pitchFamily="34" charset="0"/>
                <a:ea typeface="ADLaM Display" panose="02010000000000000000" pitchFamily="2" charset="0"/>
                <a:cs typeface="ADLaM Display" panose="02010000000000000000" pitchFamily="2" charset="0"/>
              </a:rPr>
              <a:t>proposée</a:t>
            </a:r>
            <a:r>
              <a:rPr lang="fr-FR" altLang="fr-FR" sz="4000" u="sng" dirty="0">
                <a:solidFill>
                  <a:schemeClr val="bg1"/>
                </a:solidFill>
                <a:latin typeface="Arial Black" panose="020B0A04020102020204" pitchFamily="34" charset="0"/>
                <a:ea typeface="ADLaM Display" panose="02010000000000000000" pitchFamily="2" charset="0"/>
                <a:cs typeface="ADLaM Display" panose="02010000000000000000" pitchFamily="2" charset="0"/>
              </a:rPr>
              <a:t> </a:t>
            </a:r>
          </a:p>
          <a:p>
            <a:endParaRPr lang="fr-FR" dirty="0"/>
          </a:p>
        </p:txBody>
      </p:sp>
      <p:sp>
        <p:nvSpPr>
          <p:cNvPr id="34" name="Rectangle : coins arrondis 33">
            <a:extLst>
              <a:ext uri="{FF2B5EF4-FFF2-40B4-BE49-F238E27FC236}">
                <a16:creationId xmlns:a16="http://schemas.microsoft.com/office/drawing/2014/main" id="{F11DC057-B5E3-D7F1-B7C0-BEC78F812C14}"/>
              </a:ext>
            </a:extLst>
          </p:cNvPr>
          <p:cNvSpPr/>
          <p:nvPr/>
        </p:nvSpPr>
        <p:spPr>
          <a:xfrm rot="12595904">
            <a:off x="-2387078" y="802062"/>
            <a:ext cx="702350" cy="74894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35" name="Rectangle : coins arrondis 34">
            <a:extLst>
              <a:ext uri="{FF2B5EF4-FFF2-40B4-BE49-F238E27FC236}">
                <a16:creationId xmlns:a16="http://schemas.microsoft.com/office/drawing/2014/main" id="{1361ED56-31A7-8826-388F-38D7B7973AFA}"/>
              </a:ext>
            </a:extLst>
          </p:cNvPr>
          <p:cNvSpPr/>
          <p:nvPr/>
        </p:nvSpPr>
        <p:spPr>
          <a:xfrm rot="12595904">
            <a:off x="-3025781" y="-1261774"/>
            <a:ext cx="702350" cy="74894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37" name="Rectangle : coins arrondis 36">
            <a:extLst>
              <a:ext uri="{FF2B5EF4-FFF2-40B4-BE49-F238E27FC236}">
                <a16:creationId xmlns:a16="http://schemas.microsoft.com/office/drawing/2014/main" id="{1D681C30-CC1F-9A01-81AF-72518EA168FF}"/>
              </a:ext>
            </a:extLst>
          </p:cNvPr>
          <p:cNvSpPr/>
          <p:nvPr/>
        </p:nvSpPr>
        <p:spPr>
          <a:xfrm rot="18071329">
            <a:off x="-2235879" y="7228977"/>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36" name="Rectangle : coins arrondis 35">
            <a:extLst>
              <a:ext uri="{FF2B5EF4-FFF2-40B4-BE49-F238E27FC236}">
                <a16:creationId xmlns:a16="http://schemas.microsoft.com/office/drawing/2014/main" id="{4921C09D-A08D-3A77-B43C-0831882FB9D8}"/>
              </a:ext>
            </a:extLst>
          </p:cNvPr>
          <p:cNvSpPr/>
          <p:nvPr/>
        </p:nvSpPr>
        <p:spPr>
          <a:xfrm rot="18819365">
            <a:off x="600594" y="1361940"/>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 name="ZoneTexte 1">
            <a:extLst>
              <a:ext uri="{FF2B5EF4-FFF2-40B4-BE49-F238E27FC236}">
                <a16:creationId xmlns:a16="http://schemas.microsoft.com/office/drawing/2014/main" id="{661F6E63-77D4-AB4B-2B91-E939AF99E170}"/>
              </a:ext>
            </a:extLst>
          </p:cNvPr>
          <p:cNvSpPr txBox="1"/>
          <p:nvPr/>
        </p:nvSpPr>
        <p:spPr>
          <a:xfrm>
            <a:off x="758521" y="1365621"/>
            <a:ext cx="401778" cy="584775"/>
          </a:xfrm>
          <a:prstGeom prst="rect">
            <a:avLst/>
          </a:prstGeom>
          <a:noFill/>
        </p:spPr>
        <p:txBody>
          <a:bodyPr wrap="square" rtlCol="0">
            <a:spAutoFit/>
          </a:bodyPr>
          <a:lstStyle/>
          <a:p>
            <a:r>
              <a:rPr lang="fr-FR" sz="32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1</a:t>
            </a:r>
          </a:p>
        </p:txBody>
      </p:sp>
      <p:sp>
        <p:nvSpPr>
          <p:cNvPr id="12" name="ZoneTexte 11">
            <a:extLst>
              <a:ext uri="{FF2B5EF4-FFF2-40B4-BE49-F238E27FC236}">
                <a16:creationId xmlns:a16="http://schemas.microsoft.com/office/drawing/2014/main" id="{189F9150-BB58-F249-07A6-CDDD45C8C824}"/>
              </a:ext>
            </a:extLst>
          </p:cNvPr>
          <p:cNvSpPr txBox="1"/>
          <p:nvPr/>
        </p:nvSpPr>
        <p:spPr>
          <a:xfrm>
            <a:off x="4509003" y="1365621"/>
            <a:ext cx="401778" cy="584775"/>
          </a:xfrm>
          <a:prstGeom prst="rect">
            <a:avLst/>
          </a:prstGeom>
          <a:noFill/>
        </p:spPr>
        <p:txBody>
          <a:bodyPr wrap="square" rtlCol="0">
            <a:spAutoFit/>
          </a:bodyPr>
          <a:lstStyle/>
          <a:p>
            <a:r>
              <a:rPr lang="fr-FR" sz="32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2</a:t>
            </a:r>
          </a:p>
        </p:txBody>
      </p:sp>
      <p:sp>
        <p:nvSpPr>
          <p:cNvPr id="14" name="Rectangle : coins arrondis 13">
            <a:extLst>
              <a:ext uri="{FF2B5EF4-FFF2-40B4-BE49-F238E27FC236}">
                <a16:creationId xmlns:a16="http://schemas.microsoft.com/office/drawing/2014/main" id="{E244B2D2-787E-539B-C992-C9953544394E}"/>
              </a:ext>
            </a:extLst>
          </p:cNvPr>
          <p:cNvSpPr/>
          <p:nvPr/>
        </p:nvSpPr>
        <p:spPr>
          <a:xfrm rot="18579579">
            <a:off x="496085" y="4010907"/>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8" name="ZoneTexte 27">
            <a:extLst>
              <a:ext uri="{FF2B5EF4-FFF2-40B4-BE49-F238E27FC236}">
                <a16:creationId xmlns:a16="http://schemas.microsoft.com/office/drawing/2014/main" id="{0C46A19D-631C-938D-192F-D5B07250C182}"/>
              </a:ext>
            </a:extLst>
          </p:cNvPr>
          <p:cNvSpPr txBox="1"/>
          <p:nvPr/>
        </p:nvSpPr>
        <p:spPr>
          <a:xfrm>
            <a:off x="655965" y="3995996"/>
            <a:ext cx="401778" cy="584775"/>
          </a:xfrm>
          <a:prstGeom prst="rect">
            <a:avLst/>
          </a:prstGeom>
          <a:noFill/>
        </p:spPr>
        <p:txBody>
          <a:bodyPr wrap="square" rtlCol="0">
            <a:spAutoFit/>
          </a:bodyPr>
          <a:lstStyle/>
          <a:p>
            <a:r>
              <a:rPr lang="fr-FR" sz="32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3</a:t>
            </a:r>
          </a:p>
        </p:txBody>
      </p:sp>
      <p:sp>
        <p:nvSpPr>
          <p:cNvPr id="32" name="ZoneTexte 31">
            <a:extLst>
              <a:ext uri="{FF2B5EF4-FFF2-40B4-BE49-F238E27FC236}">
                <a16:creationId xmlns:a16="http://schemas.microsoft.com/office/drawing/2014/main" id="{08A8EB1D-69B3-19A1-C533-E6DB8E4B48A4}"/>
              </a:ext>
            </a:extLst>
          </p:cNvPr>
          <p:cNvSpPr txBox="1"/>
          <p:nvPr/>
        </p:nvSpPr>
        <p:spPr>
          <a:xfrm>
            <a:off x="4561208" y="3995995"/>
            <a:ext cx="401778" cy="584775"/>
          </a:xfrm>
          <a:prstGeom prst="rect">
            <a:avLst/>
          </a:prstGeom>
          <a:noFill/>
        </p:spPr>
        <p:txBody>
          <a:bodyPr wrap="square" rtlCol="0">
            <a:spAutoFit/>
          </a:bodyPr>
          <a:lstStyle/>
          <a:p>
            <a:r>
              <a:rPr lang="fr-FR" sz="32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4</a:t>
            </a:r>
          </a:p>
        </p:txBody>
      </p:sp>
      <p:sp>
        <p:nvSpPr>
          <p:cNvPr id="38" name="ZoneTexte 37">
            <a:extLst>
              <a:ext uri="{FF2B5EF4-FFF2-40B4-BE49-F238E27FC236}">
                <a16:creationId xmlns:a16="http://schemas.microsoft.com/office/drawing/2014/main" id="{8372D77C-1045-C537-E39C-BE4C1B2C5DCF}"/>
              </a:ext>
            </a:extLst>
          </p:cNvPr>
          <p:cNvSpPr txBox="1"/>
          <p:nvPr/>
        </p:nvSpPr>
        <p:spPr>
          <a:xfrm>
            <a:off x="8377077" y="2563819"/>
            <a:ext cx="401778" cy="584775"/>
          </a:xfrm>
          <a:prstGeom prst="rect">
            <a:avLst/>
          </a:prstGeom>
          <a:noFill/>
        </p:spPr>
        <p:txBody>
          <a:bodyPr wrap="square" rtlCol="0">
            <a:spAutoFit/>
          </a:bodyPr>
          <a:lstStyle/>
          <a:p>
            <a:r>
              <a:rPr lang="fr-FR" sz="32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5</a:t>
            </a:r>
          </a:p>
        </p:txBody>
      </p:sp>
      <p:sp>
        <p:nvSpPr>
          <p:cNvPr id="3" name="ZoneTexte 2">
            <a:extLst>
              <a:ext uri="{FF2B5EF4-FFF2-40B4-BE49-F238E27FC236}">
                <a16:creationId xmlns:a16="http://schemas.microsoft.com/office/drawing/2014/main" id="{4919F7B4-72B9-27C6-7D3D-51D8B62D1A12}"/>
              </a:ext>
            </a:extLst>
          </p:cNvPr>
          <p:cNvSpPr txBox="1"/>
          <p:nvPr/>
        </p:nvSpPr>
        <p:spPr>
          <a:xfrm>
            <a:off x="1006671" y="2000787"/>
            <a:ext cx="3123007" cy="1384995"/>
          </a:xfrm>
          <a:prstGeom prst="rect">
            <a:avLst/>
          </a:prstGeom>
          <a:noFill/>
        </p:spPr>
        <p:txBody>
          <a:bodyPr wrap="square" rtlCol="0">
            <a:spAutoFit/>
          </a:bodyPr>
          <a:lstStyle/>
          <a:p>
            <a:pPr algn="ctr"/>
            <a:r>
              <a:rPr lang="fr-FR" sz="28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Centralisation des informations touristiques</a:t>
            </a:r>
          </a:p>
        </p:txBody>
      </p:sp>
      <p:sp>
        <p:nvSpPr>
          <p:cNvPr id="7" name="Rectangle 2">
            <a:extLst>
              <a:ext uri="{FF2B5EF4-FFF2-40B4-BE49-F238E27FC236}">
                <a16:creationId xmlns:a16="http://schemas.microsoft.com/office/drawing/2014/main" id="{24DDF491-1A0C-CCBA-30C6-D98B2552D2B9}"/>
              </a:ext>
            </a:extLst>
          </p:cNvPr>
          <p:cNvSpPr>
            <a:spLocks noChangeArrowheads="1"/>
          </p:cNvSpPr>
          <p:nvPr/>
        </p:nvSpPr>
        <p:spPr bwMode="auto">
          <a:xfrm>
            <a:off x="4741396" y="1686195"/>
            <a:ext cx="338780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tabLst/>
            </a:pPr>
            <a:r>
              <a:rPr kumimoji="0" lang="fr-FR" altLang="fr-FR" sz="2800" b="0" i="0" u="none" strike="noStrike" cap="none" normalizeH="0" baseline="0" dirty="0">
                <a:ln>
                  <a:noFill/>
                </a:ln>
                <a:solidFill>
                  <a:srgbClr val="002060"/>
                </a:solidFill>
                <a:effectLst/>
                <a:latin typeface="ADLaM Display" panose="02010000000000000000" pitchFamily="2" charset="0"/>
                <a:ea typeface="ADLaM Display" panose="02010000000000000000" pitchFamily="2" charset="0"/>
                <a:cs typeface="ADLaM Display" panose="02010000000000000000" pitchFamily="2" charset="0"/>
              </a:rPr>
              <a:t>Planificateur de voyage intelligent et personnalisé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20" name="Rectangle 4">
            <a:extLst>
              <a:ext uri="{FF2B5EF4-FFF2-40B4-BE49-F238E27FC236}">
                <a16:creationId xmlns:a16="http://schemas.microsoft.com/office/drawing/2014/main" id="{16A62E42-741D-235A-2A00-51EB1B16ADB4}"/>
              </a:ext>
            </a:extLst>
          </p:cNvPr>
          <p:cNvSpPr>
            <a:spLocks noChangeArrowheads="1"/>
          </p:cNvSpPr>
          <p:nvPr/>
        </p:nvSpPr>
        <p:spPr bwMode="auto">
          <a:xfrm>
            <a:off x="1006671" y="4448863"/>
            <a:ext cx="4015675"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fr-FR" sz="28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Système sécurisé d'authentification et de gestion des comptes</a:t>
            </a:r>
            <a:endParaRPr kumimoji="0" lang="fr-FR" altLang="fr-FR" sz="2800" b="0" i="0" u="none" strike="noStrike" cap="none" normalizeH="0" baseline="0" dirty="0">
              <a:ln>
                <a:noFill/>
              </a:ln>
              <a:solidFill>
                <a:srgbClr val="002060"/>
              </a:solidFill>
              <a:effectLst/>
              <a:latin typeface="ADLaM Display" panose="02010000000000000000" pitchFamily="2" charset="0"/>
              <a:ea typeface="ADLaM Display" panose="02010000000000000000" pitchFamily="2" charset="0"/>
              <a:cs typeface="ADLaM Display" panose="02010000000000000000" pitchFamily="2" charset="0"/>
            </a:endParaRPr>
          </a:p>
        </p:txBody>
      </p:sp>
      <p:sp>
        <p:nvSpPr>
          <p:cNvPr id="39" name="Rectangle 6">
            <a:extLst>
              <a:ext uri="{FF2B5EF4-FFF2-40B4-BE49-F238E27FC236}">
                <a16:creationId xmlns:a16="http://schemas.microsoft.com/office/drawing/2014/main" id="{7A948035-8EA6-3498-4FA2-775C574F15AF}"/>
              </a:ext>
            </a:extLst>
          </p:cNvPr>
          <p:cNvSpPr>
            <a:spLocks noChangeArrowheads="1"/>
          </p:cNvSpPr>
          <p:nvPr/>
        </p:nvSpPr>
        <p:spPr bwMode="auto">
          <a:xfrm>
            <a:off x="4825107" y="4412323"/>
            <a:ext cx="3251832"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lvl="0" algn="ctr" eaLnBrk="0" fontAlgn="base" hangingPunct="0">
              <a:spcBef>
                <a:spcPct val="0"/>
              </a:spcBef>
              <a:spcAft>
                <a:spcPct val="0"/>
              </a:spcAft>
            </a:pPr>
            <a:r>
              <a:rPr lang="fr-FR" sz="28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Interface et Chatbot multilingues</a:t>
            </a:r>
            <a:endParaRPr kumimoji="0" lang="fr-FR" altLang="fr-FR" sz="2800" b="0" i="0" u="none" strike="noStrike" cap="none" normalizeH="0" baseline="0" dirty="0">
              <a:ln>
                <a:noFill/>
              </a:ln>
              <a:solidFill>
                <a:srgbClr val="002060"/>
              </a:solidFill>
              <a:effectLst/>
              <a:latin typeface="ADLaM Display" panose="02010000000000000000" pitchFamily="2" charset="0"/>
              <a:ea typeface="ADLaM Display" panose="02010000000000000000" pitchFamily="2" charset="0"/>
              <a:cs typeface="ADLaM Display" panose="02010000000000000000" pitchFamily="2" charset="0"/>
            </a:endParaRPr>
          </a:p>
        </p:txBody>
      </p:sp>
      <p:sp>
        <p:nvSpPr>
          <p:cNvPr id="43" name="Rectangle 8">
            <a:extLst>
              <a:ext uri="{FF2B5EF4-FFF2-40B4-BE49-F238E27FC236}">
                <a16:creationId xmlns:a16="http://schemas.microsoft.com/office/drawing/2014/main" id="{3F41921F-4B49-1F8C-14B2-72F981DDB823}"/>
              </a:ext>
            </a:extLst>
          </p:cNvPr>
          <p:cNvSpPr>
            <a:spLocks noChangeArrowheads="1"/>
          </p:cNvSpPr>
          <p:nvPr/>
        </p:nvSpPr>
        <p:spPr bwMode="auto">
          <a:xfrm>
            <a:off x="8501328" y="2734111"/>
            <a:ext cx="3335701" cy="252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lvl="0" algn="ctr" eaLnBrk="0" fontAlgn="base" hangingPunct="0">
              <a:spcBef>
                <a:spcPct val="0"/>
              </a:spcBef>
              <a:spcAft>
                <a:spcPct val="0"/>
              </a:spcAft>
            </a:pPr>
            <a:r>
              <a:rPr lang="fr-FR" sz="28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Valorisation de la culture marocaine (Darija, Tifinagh, traditions, patrimoine)</a:t>
            </a:r>
            <a:endParaRPr kumimoji="0" lang="fr-FR" altLang="fr-FR" sz="2800" b="0" i="0" u="none" strike="noStrike" cap="none" normalizeH="0" baseline="0" dirty="0">
              <a:ln>
                <a:noFill/>
              </a:ln>
              <a:solidFill>
                <a:srgbClr val="002060"/>
              </a:solidFill>
              <a:effectLst/>
              <a:latin typeface="ADLaM Display" panose="02010000000000000000" pitchFamily="2" charset="0"/>
              <a:ea typeface="ADLaM Display" panose="02010000000000000000" pitchFamily="2" charset="0"/>
              <a:cs typeface="ADLaM Display" panose="02010000000000000000" pitchFamily="2" charset="0"/>
            </a:endParaRPr>
          </a:p>
        </p:txBody>
      </p:sp>
      <p:pic>
        <p:nvPicPr>
          <p:cNvPr id="45" name="Image 44">
            <a:extLst>
              <a:ext uri="{FF2B5EF4-FFF2-40B4-BE49-F238E27FC236}">
                <a16:creationId xmlns:a16="http://schemas.microsoft.com/office/drawing/2014/main" id="{0CDEC274-7774-33E0-6560-EA62B4EB5E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4288" y="3374000"/>
            <a:ext cx="3132613" cy="3132613"/>
          </a:xfrm>
          <a:prstGeom prst="rect">
            <a:avLst/>
          </a:prstGeom>
        </p:spPr>
      </p:pic>
      <p:pic>
        <p:nvPicPr>
          <p:cNvPr id="47" name="Image 46">
            <a:extLst>
              <a:ext uri="{FF2B5EF4-FFF2-40B4-BE49-F238E27FC236}">
                <a16:creationId xmlns:a16="http://schemas.microsoft.com/office/drawing/2014/main" id="{D9A56CA8-FEA2-2627-BB9C-F5F7659CBD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6809" y="-572992"/>
            <a:ext cx="3080929" cy="3080929"/>
          </a:xfrm>
          <a:prstGeom prst="rect">
            <a:avLst/>
          </a:prstGeom>
        </p:spPr>
      </p:pic>
      <p:pic>
        <p:nvPicPr>
          <p:cNvPr id="49" name="Image 48">
            <a:extLst>
              <a:ext uri="{FF2B5EF4-FFF2-40B4-BE49-F238E27FC236}">
                <a16:creationId xmlns:a16="http://schemas.microsoft.com/office/drawing/2014/main" id="{473DCB34-2146-5DCF-98A5-A47B2D325F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26150" y="2268592"/>
            <a:ext cx="2518587" cy="2518587"/>
          </a:xfrm>
          <a:prstGeom prst="rect">
            <a:avLst/>
          </a:prstGeom>
        </p:spPr>
      </p:pic>
    </p:spTree>
    <p:extLst>
      <p:ext uri="{BB962C8B-B14F-4D97-AF65-F5344CB8AC3E}">
        <p14:creationId xmlns:p14="http://schemas.microsoft.com/office/powerpoint/2010/main" val="27163387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5E022-6073-888D-9A07-1F512A791518}"/>
            </a:ext>
          </a:extLst>
        </p:cNvPr>
        <p:cNvGrpSpPr/>
        <p:nvPr/>
      </p:nvGrpSpPr>
      <p:grpSpPr>
        <a:xfrm>
          <a:off x="0" y="0"/>
          <a:ext cx="0" cy="0"/>
          <a:chOff x="0" y="0"/>
          <a:chExt cx="0" cy="0"/>
        </a:xfrm>
      </p:grpSpPr>
      <p:sp>
        <p:nvSpPr>
          <p:cNvPr id="18" name="Rectangle : coins arrondis 17">
            <a:extLst>
              <a:ext uri="{FF2B5EF4-FFF2-40B4-BE49-F238E27FC236}">
                <a16:creationId xmlns:a16="http://schemas.microsoft.com/office/drawing/2014/main" id="{98B716C9-4BB4-449B-904A-0725447DDDA3}"/>
              </a:ext>
            </a:extLst>
          </p:cNvPr>
          <p:cNvSpPr/>
          <p:nvPr/>
        </p:nvSpPr>
        <p:spPr>
          <a:xfrm rot="16200000" flipV="1">
            <a:off x="13093383" y="-2604196"/>
            <a:ext cx="8209752" cy="1341814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13" name="Rectangle : coins arrondis 12">
            <a:extLst>
              <a:ext uri="{FF2B5EF4-FFF2-40B4-BE49-F238E27FC236}">
                <a16:creationId xmlns:a16="http://schemas.microsoft.com/office/drawing/2014/main" id="{6C0A72FD-E4BB-D50C-1933-F55E8BB1B3F8}"/>
              </a:ext>
            </a:extLst>
          </p:cNvPr>
          <p:cNvSpPr/>
          <p:nvPr/>
        </p:nvSpPr>
        <p:spPr>
          <a:xfrm rot="10800000">
            <a:off x="1921833" y="5009665"/>
            <a:ext cx="3230366" cy="136475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1" name="Rectangle : coins arrondis 20">
            <a:extLst>
              <a:ext uri="{FF2B5EF4-FFF2-40B4-BE49-F238E27FC236}">
                <a16:creationId xmlns:a16="http://schemas.microsoft.com/office/drawing/2014/main" id="{1244A947-AA43-581B-BFAC-E36B04FC3C07}"/>
              </a:ext>
            </a:extLst>
          </p:cNvPr>
          <p:cNvSpPr/>
          <p:nvPr/>
        </p:nvSpPr>
        <p:spPr>
          <a:xfrm rot="10800000">
            <a:off x="736159" y="224099"/>
            <a:ext cx="6470720" cy="815374"/>
          </a:xfrm>
          <a:prstGeom prst="roundRect">
            <a:avLst/>
          </a:prstGeom>
          <a:solidFill>
            <a:srgbClr val="002060"/>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19" name="Rectangle : coins arrondis 18">
            <a:extLst>
              <a:ext uri="{FF2B5EF4-FFF2-40B4-BE49-F238E27FC236}">
                <a16:creationId xmlns:a16="http://schemas.microsoft.com/office/drawing/2014/main" id="{8750FF1D-5D98-BE96-0DD5-E5CC35120818}"/>
              </a:ext>
            </a:extLst>
          </p:cNvPr>
          <p:cNvSpPr/>
          <p:nvPr/>
        </p:nvSpPr>
        <p:spPr>
          <a:xfrm rot="10800000">
            <a:off x="454682" y="129915"/>
            <a:ext cx="982369" cy="999502"/>
          </a:xfrm>
          <a:prstGeom prst="roundRect">
            <a:avLst>
              <a:gd name="adj" fmla="val 50000"/>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2" name="Rectangle : coins arrondis 21">
            <a:extLst>
              <a:ext uri="{FF2B5EF4-FFF2-40B4-BE49-F238E27FC236}">
                <a16:creationId xmlns:a16="http://schemas.microsoft.com/office/drawing/2014/main" id="{64C765B4-61A9-8A34-8377-5BDB5560606A}"/>
              </a:ext>
            </a:extLst>
          </p:cNvPr>
          <p:cNvSpPr/>
          <p:nvPr/>
        </p:nvSpPr>
        <p:spPr>
          <a:xfrm rot="10800000">
            <a:off x="5315130" y="5019677"/>
            <a:ext cx="3230365" cy="1354749"/>
          </a:xfrm>
          <a:prstGeom prst="roundRect">
            <a:avLst/>
          </a:prstGeom>
          <a:solidFill>
            <a:srgbClr val="002060"/>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3" name="Rectangle : coins arrondis 22">
            <a:extLst>
              <a:ext uri="{FF2B5EF4-FFF2-40B4-BE49-F238E27FC236}">
                <a16:creationId xmlns:a16="http://schemas.microsoft.com/office/drawing/2014/main" id="{59D99A3F-ACEC-4B2A-D078-8E8AD338857C}"/>
              </a:ext>
            </a:extLst>
          </p:cNvPr>
          <p:cNvSpPr/>
          <p:nvPr/>
        </p:nvSpPr>
        <p:spPr>
          <a:xfrm rot="18780598">
            <a:off x="12178657" y="-1092016"/>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4" name="Rectangle : coins arrondis 23">
            <a:extLst>
              <a:ext uri="{FF2B5EF4-FFF2-40B4-BE49-F238E27FC236}">
                <a16:creationId xmlns:a16="http://schemas.microsoft.com/office/drawing/2014/main" id="{70CCF1F0-4990-AC9D-BE60-FC746C45E81C}"/>
              </a:ext>
            </a:extLst>
          </p:cNvPr>
          <p:cNvSpPr/>
          <p:nvPr/>
        </p:nvSpPr>
        <p:spPr>
          <a:xfrm rot="18071329">
            <a:off x="-4147144" y="2585636"/>
            <a:ext cx="721538" cy="608627"/>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7" name="Rectangle : coins arrondis 26">
            <a:extLst>
              <a:ext uri="{FF2B5EF4-FFF2-40B4-BE49-F238E27FC236}">
                <a16:creationId xmlns:a16="http://schemas.microsoft.com/office/drawing/2014/main" id="{BB6D907F-4253-397B-411A-2116F76BDEB9}"/>
              </a:ext>
            </a:extLst>
          </p:cNvPr>
          <p:cNvSpPr/>
          <p:nvPr/>
        </p:nvSpPr>
        <p:spPr>
          <a:xfrm>
            <a:off x="5808238" y="1671519"/>
            <a:ext cx="1691506" cy="1315311"/>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6" name="ZoneTexte 5">
            <a:extLst>
              <a:ext uri="{FF2B5EF4-FFF2-40B4-BE49-F238E27FC236}">
                <a16:creationId xmlns:a16="http://schemas.microsoft.com/office/drawing/2014/main" id="{095C764D-03A5-E28D-2E55-05FBD29965BA}"/>
              </a:ext>
            </a:extLst>
          </p:cNvPr>
          <p:cNvSpPr txBox="1"/>
          <p:nvPr/>
        </p:nvSpPr>
        <p:spPr>
          <a:xfrm rot="5400000">
            <a:off x="6221211" y="2997323"/>
            <a:ext cx="9772899" cy="1600438"/>
          </a:xfrm>
          <a:prstGeom prst="rect">
            <a:avLst/>
          </a:prstGeom>
          <a:noFill/>
        </p:spPr>
        <p:txBody>
          <a:bodyPr wrap="square" rtlCol="0">
            <a:spAutoFit/>
          </a:bodyPr>
          <a:lstStyle/>
          <a:p>
            <a:pPr lvl="0" algn="ctr" eaLnBrk="0" fontAlgn="base" hangingPunct="0">
              <a:spcBef>
                <a:spcPct val="0"/>
              </a:spcBef>
              <a:spcAft>
                <a:spcPct val="0"/>
              </a:spcAft>
            </a:pPr>
            <a:r>
              <a:rPr kumimoji="0" lang="fr-FR" altLang="fr-FR" sz="4000" b="1" i="0" u="none" strike="noStrike" cap="none" normalizeH="0" baseline="0" dirty="0">
                <a:ln>
                  <a:noFill/>
                </a:ln>
                <a:solidFill>
                  <a:schemeClr val="bg1"/>
                </a:solidFill>
                <a:effectLst/>
                <a:latin typeface="Arial Black" panose="020B0A04020102020204" pitchFamily="34" charset="0"/>
                <a:ea typeface="ADLaM Display" panose="02010000000000000000" pitchFamily="2" charset="0"/>
                <a:cs typeface="ADLaM Display" panose="02010000000000000000" pitchFamily="2" charset="0"/>
              </a:rPr>
              <a:t>Développement /</a:t>
            </a:r>
          </a:p>
          <a:p>
            <a:pPr lvl="0" algn="ctr" eaLnBrk="0" fontAlgn="base" hangingPunct="0">
              <a:spcBef>
                <a:spcPct val="0"/>
              </a:spcBef>
              <a:spcAft>
                <a:spcPct val="0"/>
              </a:spcAft>
            </a:pPr>
            <a:r>
              <a:rPr kumimoji="0" lang="fr-FR" altLang="fr-FR" sz="4000" b="1" i="0" u="none" strike="noStrike" cap="none" normalizeH="0" baseline="0" dirty="0">
                <a:ln>
                  <a:noFill/>
                </a:ln>
                <a:solidFill>
                  <a:schemeClr val="bg1"/>
                </a:solidFill>
                <a:effectLst/>
                <a:latin typeface="Arial Black" panose="020B0A04020102020204" pitchFamily="34" charset="0"/>
                <a:ea typeface="ADLaM Display" panose="02010000000000000000" pitchFamily="2" charset="0"/>
                <a:cs typeface="ADLaM Display" panose="02010000000000000000" pitchFamily="2" charset="0"/>
              </a:rPr>
              <a:t> Technologies </a:t>
            </a:r>
          </a:p>
          <a:p>
            <a:endParaRPr lang="fr-FR" dirty="0"/>
          </a:p>
        </p:txBody>
      </p:sp>
      <p:sp>
        <p:nvSpPr>
          <p:cNvPr id="37" name="Rectangle : coins arrondis 36">
            <a:extLst>
              <a:ext uri="{FF2B5EF4-FFF2-40B4-BE49-F238E27FC236}">
                <a16:creationId xmlns:a16="http://schemas.microsoft.com/office/drawing/2014/main" id="{DBD92AE5-BA14-4746-C8A3-4E538596C20C}"/>
              </a:ext>
            </a:extLst>
          </p:cNvPr>
          <p:cNvSpPr/>
          <p:nvPr/>
        </p:nvSpPr>
        <p:spPr>
          <a:xfrm rot="16200000">
            <a:off x="669923" y="1312996"/>
            <a:ext cx="1364758" cy="2048171"/>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 name="ZoneTexte 1">
            <a:extLst>
              <a:ext uri="{FF2B5EF4-FFF2-40B4-BE49-F238E27FC236}">
                <a16:creationId xmlns:a16="http://schemas.microsoft.com/office/drawing/2014/main" id="{9494068A-A0E0-AEB2-5021-AB33B316DC4A}"/>
              </a:ext>
            </a:extLst>
          </p:cNvPr>
          <p:cNvSpPr txBox="1"/>
          <p:nvPr/>
        </p:nvSpPr>
        <p:spPr>
          <a:xfrm>
            <a:off x="-1078627" y="5399660"/>
            <a:ext cx="401778" cy="584775"/>
          </a:xfrm>
          <a:prstGeom prst="rect">
            <a:avLst/>
          </a:prstGeom>
          <a:noFill/>
        </p:spPr>
        <p:txBody>
          <a:bodyPr wrap="square" rtlCol="0">
            <a:spAutoFit/>
          </a:bodyPr>
          <a:lstStyle/>
          <a:p>
            <a:r>
              <a:rPr lang="fr-FR" sz="32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1</a:t>
            </a:r>
          </a:p>
        </p:txBody>
      </p:sp>
      <p:sp>
        <p:nvSpPr>
          <p:cNvPr id="12" name="ZoneTexte 11">
            <a:extLst>
              <a:ext uri="{FF2B5EF4-FFF2-40B4-BE49-F238E27FC236}">
                <a16:creationId xmlns:a16="http://schemas.microsoft.com/office/drawing/2014/main" id="{C3262C2F-E5C7-DFD5-EC83-DF966B1FF98F}"/>
              </a:ext>
            </a:extLst>
          </p:cNvPr>
          <p:cNvSpPr txBox="1"/>
          <p:nvPr/>
        </p:nvSpPr>
        <p:spPr>
          <a:xfrm>
            <a:off x="6805101" y="-901965"/>
            <a:ext cx="401778" cy="584775"/>
          </a:xfrm>
          <a:prstGeom prst="rect">
            <a:avLst/>
          </a:prstGeom>
          <a:noFill/>
        </p:spPr>
        <p:txBody>
          <a:bodyPr wrap="square" rtlCol="0">
            <a:spAutoFit/>
          </a:bodyPr>
          <a:lstStyle/>
          <a:p>
            <a:r>
              <a:rPr lang="fr-FR" sz="32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2</a:t>
            </a:r>
          </a:p>
        </p:txBody>
      </p:sp>
      <p:sp>
        <p:nvSpPr>
          <p:cNvPr id="14" name="Rectangle : coins arrondis 13">
            <a:extLst>
              <a:ext uri="{FF2B5EF4-FFF2-40B4-BE49-F238E27FC236}">
                <a16:creationId xmlns:a16="http://schemas.microsoft.com/office/drawing/2014/main" id="{7AF7BE7F-3E49-C1DB-43AF-0C069413DCC7}"/>
              </a:ext>
            </a:extLst>
          </p:cNvPr>
          <p:cNvSpPr/>
          <p:nvPr/>
        </p:nvSpPr>
        <p:spPr>
          <a:xfrm>
            <a:off x="3971519" y="3356167"/>
            <a:ext cx="2097572" cy="1405935"/>
          </a:xfrm>
          <a:prstGeom prst="roundRect">
            <a:avLst/>
          </a:prstGeom>
          <a:solidFill>
            <a:schemeClr val="bg1"/>
          </a:solidFill>
          <a:ln>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28" name="ZoneTexte 27">
            <a:extLst>
              <a:ext uri="{FF2B5EF4-FFF2-40B4-BE49-F238E27FC236}">
                <a16:creationId xmlns:a16="http://schemas.microsoft.com/office/drawing/2014/main" id="{AE4BE73A-75F8-13B8-CE9F-9490EF717670}"/>
              </a:ext>
            </a:extLst>
          </p:cNvPr>
          <p:cNvSpPr txBox="1"/>
          <p:nvPr/>
        </p:nvSpPr>
        <p:spPr>
          <a:xfrm>
            <a:off x="6765482" y="8930054"/>
            <a:ext cx="401778" cy="584775"/>
          </a:xfrm>
          <a:prstGeom prst="rect">
            <a:avLst/>
          </a:prstGeom>
          <a:noFill/>
        </p:spPr>
        <p:txBody>
          <a:bodyPr wrap="square" rtlCol="0">
            <a:spAutoFit/>
          </a:bodyPr>
          <a:lstStyle/>
          <a:p>
            <a:r>
              <a:rPr lang="fr-FR" sz="32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3</a:t>
            </a:r>
          </a:p>
        </p:txBody>
      </p:sp>
      <p:sp>
        <p:nvSpPr>
          <p:cNvPr id="32" name="ZoneTexte 31">
            <a:extLst>
              <a:ext uri="{FF2B5EF4-FFF2-40B4-BE49-F238E27FC236}">
                <a16:creationId xmlns:a16="http://schemas.microsoft.com/office/drawing/2014/main" id="{3A420C0B-74CB-5C2B-7D66-CA927AA03465}"/>
              </a:ext>
            </a:extLst>
          </p:cNvPr>
          <p:cNvSpPr txBox="1"/>
          <p:nvPr/>
        </p:nvSpPr>
        <p:spPr>
          <a:xfrm>
            <a:off x="1370001" y="8793088"/>
            <a:ext cx="401778" cy="584775"/>
          </a:xfrm>
          <a:prstGeom prst="rect">
            <a:avLst/>
          </a:prstGeom>
          <a:noFill/>
        </p:spPr>
        <p:txBody>
          <a:bodyPr wrap="square" rtlCol="0">
            <a:spAutoFit/>
          </a:bodyPr>
          <a:lstStyle/>
          <a:p>
            <a:r>
              <a:rPr lang="fr-FR" sz="32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4</a:t>
            </a:r>
          </a:p>
        </p:txBody>
      </p:sp>
      <p:sp>
        <p:nvSpPr>
          <p:cNvPr id="38" name="ZoneTexte 37">
            <a:extLst>
              <a:ext uri="{FF2B5EF4-FFF2-40B4-BE49-F238E27FC236}">
                <a16:creationId xmlns:a16="http://schemas.microsoft.com/office/drawing/2014/main" id="{F568136F-7270-E430-CBD9-E65C570EFC17}"/>
              </a:ext>
            </a:extLst>
          </p:cNvPr>
          <p:cNvSpPr txBox="1"/>
          <p:nvPr/>
        </p:nvSpPr>
        <p:spPr>
          <a:xfrm>
            <a:off x="702817" y="297228"/>
            <a:ext cx="679600" cy="584775"/>
          </a:xfrm>
          <a:prstGeom prst="rect">
            <a:avLst/>
          </a:prstGeom>
          <a:noFill/>
        </p:spPr>
        <p:txBody>
          <a:bodyPr wrap="square" rtlCol="0">
            <a:spAutoFit/>
          </a:bodyPr>
          <a:lstStyle/>
          <a:p>
            <a:r>
              <a:rPr lang="fr-FR" sz="32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5</a:t>
            </a:r>
          </a:p>
        </p:txBody>
      </p:sp>
      <p:sp>
        <p:nvSpPr>
          <p:cNvPr id="39" name="Rectangle 6">
            <a:extLst>
              <a:ext uri="{FF2B5EF4-FFF2-40B4-BE49-F238E27FC236}">
                <a16:creationId xmlns:a16="http://schemas.microsoft.com/office/drawing/2014/main" id="{AC41589D-C1C5-938B-B3DC-E1F6BCB336F2}"/>
              </a:ext>
            </a:extLst>
          </p:cNvPr>
          <p:cNvSpPr>
            <a:spLocks noChangeArrowheads="1"/>
          </p:cNvSpPr>
          <p:nvPr/>
        </p:nvSpPr>
        <p:spPr bwMode="auto">
          <a:xfrm>
            <a:off x="10235323" y="9597666"/>
            <a:ext cx="3251832"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tabLst/>
            </a:pPr>
            <a:r>
              <a:rPr kumimoji="0" lang="fr-FR" altLang="fr-FR" sz="2800" b="0" i="0" u="none" strike="noStrike" cap="none" normalizeH="0" baseline="0" dirty="0">
                <a:ln>
                  <a:noFill/>
                </a:ln>
                <a:solidFill>
                  <a:srgbClr val="002060"/>
                </a:solidFill>
                <a:effectLst/>
                <a:latin typeface="ADLaM Display" panose="02010000000000000000" pitchFamily="2" charset="0"/>
                <a:ea typeface="ADLaM Display" panose="02010000000000000000" pitchFamily="2" charset="0"/>
                <a:cs typeface="ADLaM Display" panose="02010000000000000000" pitchFamily="2" charset="0"/>
              </a:rPr>
              <a:t>Gestion des favoris et préférences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47" name="Image 46">
            <a:extLst>
              <a:ext uri="{FF2B5EF4-FFF2-40B4-BE49-F238E27FC236}">
                <a16:creationId xmlns:a16="http://schemas.microsoft.com/office/drawing/2014/main" id="{462BDE92-0689-ED17-0E76-E43C92CF0A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0972431">
            <a:off x="-209917" y="4500929"/>
            <a:ext cx="2154701" cy="2154701"/>
          </a:xfrm>
          <a:prstGeom prst="rect">
            <a:avLst/>
          </a:prstGeom>
        </p:spPr>
      </p:pic>
      <p:pic>
        <p:nvPicPr>
          <p:cNvPr id="49" name="Image 48">
            <a:extLst>
              <a:ext uri="{FF2B5EF4-FFF2-40B4-BE49-F238E27FC236}">
                <a16:creationId xmlns:a16="http://schemas.microsoft.com/office/drawing/2014/main" id="{31F30D45-E0A8-9F47-B710-6B9B651B2E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30652" y="-144219"/>
            <a:ext cx="1896702" cy="1896702"/>
          </a:xfrm>
          <a:prstGeom prst="rect">
            <a:avLst/>
          </a:prstGeom>
        </p:spPr>
      </p:pic>
      <p:sp>
        <p:nvSpPr>
          <p:cNvPr id="5" name="ZoneTexte 4">
            <a:extLst>
              <a:ext uri="{FF2B5EF4-FFF2-40B4-BE49-F238E27FC236}">
                <a16:creationId xmlns:a16="http://schemas.microsoft.com/office/drawing/2014/main" id="{1FA93CE1-69AF-91AA-B687-27C05173B7E5}"/>
              </a:ext>
            </a:extLst>
          </p:cNvPr>
          <p:cNvSpPr txBox="1"/>
          <p:nvPr/>
        </p:nvSpPr>
        <p:spPr>
          <a:xfrm>
            <a:off x="1618797" y="306500"/>
            <a:ext cx="5914910" cy="646331"/>
          </a:xfrm>
          <a:prstGeom prst="rect">
            <a:avLst/>
          </a:prstGeom>
          <a:noFill/>
        </p:spPr>
        <p:txBody>
          <a:bodyPr wrap="square" rtlCol="0">
            <a:spAutoFit/>
          </a:bodyPr>
          <a:lstStyle/>
          <a:p>
            <a:r>
              <a:rPr lang="fr-FR" sz="36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Technologies utilisées</a:t>
            </a:r>
          </a:p>
        </p:txBody>
      </p:sp>
      <p:sp>
        <p:nvSpPr>
          <p:cNvPr id="56" name="Rectangle : coins arrondis 55">
            <a:extLst>
              <a:ext uri="{FF2B5EF4-FFF2-40B4-BE49-F238E27FC236}">
                <a16:creationId xmlns:a16="http://schemas.microsoft.com/office/drawing/2014/main" id="{595BCCA6-0DCC-A8F3-9BE9-BB457D80BB3E}"/>
              </a:ext>
            </a:extLst>
          </p:cNvPr>
          <p:cNvSpPr/>
          <p:nvPr/>
        </p:nvSpPr>
        <p:spPr>
          <a:xfrm rot="5400000">
            <a:off x="6973085" y="2753580"/>
            <a:ext cx="1502060" cy="2607532"/>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55" name="Rectangle : coins arrondis 54">
            <a:extLst>
              <a:ext uri="{FF2B5EF4-FFF2-40B4-BE49-F238E27FC236}">
                <a16:creationId xmlns:a16="http://schemas.microsoft.com/office/drawing/2014/main" id="{454D37DB-1BC4-43AB-185A-7CB6CF1999D5}"/>
              </a:ext>
            </a:extLst>
          </p:cNvPr>
          <p:cNvSpPr/>
          <p:nvPr/>
        </p:nvSpPr>
        <p:spPr>
          <a:xfrm rot="5400000">
            <a:off x="8086075" y="1320803"/>
            <a:ext cx="1335905" cy="2037337"/>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54" name="Rectangle : coins arrondis 53">
            <a:extLst>
              <a:ext uri="{FF2B5EF4-FFF2-40B4-BE49-F238E27FC236}">
                <a16:creationId xmlns:a16="http://schemas.microsoft.com/office/drawing/2014/main" id="{058837F9-BC81-DB1A-AF96-2601A48D5E86}"/>
              </a:ext>
            </a:extLst>
          </p:cNvPr>
          <p:cNvSpPr/>
          <p:nvPr/>
        </p:nvSpPr>
        <p:spPr>
          <a:xfrm rot="10800000">
            <a:off x="2673333" y="1654702"/>
            <a:ext cx="2942844" cy="1405934"/>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53" name="Rectangle : coins arrondis 52">
            <a:extLst>
              <a:ext uri="{FF2B5EF4-FFF2-40B4-BE49-F238E27FC236}">
                <a16:creationId xmlns:a16="http://schemas.microsoft.com/office/drawing/2014/main" id="{D1F65588-9330-D941-7873-9B8906C41202}"/>
              </a:ext>
            </a:extLst>
          </p:cNvPr>
          <p:cNvSpPr/>
          <p:nvPr/>
        </p:nvSpPr>
        <p:spPr>
          <a:xfrm rot="5400000">
            <a:off x="1839802" y="3006720"/>
            <a:ext cx="1502058" cy="2058860"/>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62" name="ZoneTexte 61">
            <a:extLst>
              <a:ext uri="{FF2B5EF4-FFF2-40B4-BE49-F238E27FC236}">
                <a16:creationId xmlns:a16="http://schemas.microsoft.com/office/drawing/2014/main" id="{8263BCFD-402B-E293-B77E-EDB54B00BD4A}"/>
              </a:ext>
            </a:extLst>
          </p:cNvPr>
          <p:cNvSpPr txBox="1"/>
          <p:nvPr/>
        </p:nvSpPr>
        <p:spPr>
          <a:xfrm>
            <a:off x="454681" y="1929696"/>
            <a:ext cx="2313682" cy="584775"/>
          </a:xfrm>
          <a:prstGeom prst="rect">
            <a:avLst/>
          </a:prstGeom>
          <a:noFill/>
        </p:spPr>
        <p:txBody>
          <a:bodyPr wrap="square" rtlCol="0">
            <a:spAutoFit/>
          </a:bodyPr>
          <a:lstStyle/>
          <a:p>
            <a:r>
              <a:rPr lang="fr-FR" sz="3200" u="sng"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React 18</a:t>
            </a:r>
          </a:p>
        </p:txBody>
      </p:sp>
      <p:sp>
        <p:nvSpPr>
          <p:cNvPr id="63" name="ZoneTexte 62">
            <a:extLst>
              <a:ext uri="{FF2B5EF4-FFF2-40B4-BE49-F238E27FC236}">
                <a16:creationId xmlns:a16="http://schemas.microsoft.com/office/drawing/2014/main" id="{E049B1CF-2B45-1806-85B6-80DF6724251B}"/>
              </a:ext>
            </a:extLst>
          </p:cNvPr>
          <p:cNvSpPr txBox="1"/>
          <p:nvPr/>
        </p:nvSpPr>
        <p:spPr>
          <a:xfrm>
            <a:off x="2673334" y="1885123"/>
            <a:ext cx="2942845" cy="1077218"/>
          </a:xfrm>
          <a:prstGeom prst="rect">
            <a:avLst/>
          </a:prstGeom>
          <a:noFill/>
        </p:spPr>
        <p:txBody>
          <a:bodyPr wrap="square" rtlCol="0">
            <a:spAutoFit/>
          </a:bodyPr>
          <a:lstStyle/>
          <a:p>
            <a:pPr algn="ctr"/>
            <a:r>
              <a:rPr lang="fr-FR" altLang="fr-FR" sz="3200" b="1" u="sng"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React Router DOM</a:t>
            </a:r>
            <a:endParaRPr lang="fr-FR" sz="3200" u="sng"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64" name="ZoneTexte 63">
            <a:extLst>
              <a:ext uri="{FF2B5EF4-FFF2-40B4-BE49-F238E27FC236}">
                <a16:creationId xmlns:a16="http://schemas.microsoft.com/office/drawing/2014/main" id="{22212226-DDD4-CEEE-2B07-0097C25F833D}"/>
              </a:ext>
            </a:extLst>
          </p:cNvPr>
          <p:cNvSpPr txBox="1"/>
          <p:nvPr/>
        </p:nvSpPr>
        <p:spPr>
          <a:xfrm>
            <a:off x="6041676" y="1896761"/>
            <a:ext cx="1363627" cy="584775"/>
          </a:xfrm>
          <a:prstGeom prst="rect">
            <a:avLst/>
          </a:prstGeom>
          <a:noFill/>
        </p:spPr>
        <p:txBody>
          <a:bodyPr wrap="square" rtlCol="0">
            <a:spAutoFit/>
          </a:bodyPr>
          <a:lstStyle/>
          <a:p>
            <a:r>
              <a:rPr lang="fr-FR" altLang="fr-FR" sz="3200" b="1" u="sng"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Axios</a:t>
            </a:r>
            <a:endParaRPr lang="fr-FR" sz="3200" dirty="0">
              <a:solidFill>
                <a:srgbClr val="002060"/>
              </a:solidFill>
            </a:endParaRPr>
          </a:p>
        </p:txBody>
      </p:sp>
      <p:sp>
        <p:nvSpPr>
          <p:cNvPr id="66" name="Rectangle 2">
            <a:extLst>
              <a:ext uri="{FF2B5EF4-FFF2-40B4-BE49-F238E27FC236}">
                <a16:creationId xmlns:a16="http://schemas.microsoft.com/office/drawing/2014/main" id="{E9AA22F6-7C4F-EC2A-CD36-D490B6AB72D1}"/>
              </a:ext>
            </a:extLst>
          </p:cNvPr>
          <p:cNvSpPr>
            <a:spLocks noChangeArrowheads="1"/>
          </p:cNvSpPr>
          <p:nvPr/>
        </p:nvSpPr>
        <p:spPr bwMode="auto">
          <a:xfrm>
            <a:off x="6714203" y="1949085"/>
            <a:ext cx="400507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fr-FR" altLang="fr-FR" sz="2800" b="1" i="0" u="sng" strike="noStrike" cap="none" normalizeH="0" baseline="0" dirty="0">
                <a:ln>
                  <a:noFill/>
                </a:ln>
                <a:solidFill>
                  <a:schemeClr val="bg1"/>
                </a:solidFill>
                <a:effectLst/>
                <a:latin typeface="ADLaM Display" panose="02010000000000000000" pitchFamily="2" charset="0"/>
                <a:ea typeface="ADLaM Display" panose="02010000000000000000" pitchFamily="2" charset="0"/>
                <a:cs typeface="ADLaM Display" panose="02010000000000000000" pitchFamily="2" charset="0"/>
              </a:rPr>
              <a:t>Laravel 12</a:t>
            </a:r>
            <a:r>
              <a:rPr kumimoji="0" lang="fr-FR" altLang="fr-FR" sz="2800" b="0" i="0" u="sng" strike="noStrike" cap="none" normalizeH="0" baseline="0" dirty="0">
                <a:ln>
                  <a:noFill/>
                </a:ln>
                <a:solidFill>
                  <a:schemeClr val="bg1"/>
                </a:solidFill>
                <a:effectLst/>
                <a:latin typeface="ADLaM Display" panose="02010000000000000000" pitchFamily="2" charset="0"/>
                <a:ea typeface="ADLaM Display" panose="02010000000000000000" pitchFamily="2" charset="0"/>
                <a:cs typeface="ADLaM Display" panose="02010000000000000000" pitchFamily="2" charset="0"/>
              </a:rPr>
              <a:t>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67" name="ZoneTexte 66">
            <a:extLst>
              <a:ext uri="{FF2B5EF4-FFF2-40B4-BE49-F238E27FC236}">
                <a16:creationId xmlns:a16="http://schemas.microsoft.com/office/drawing/2014/main" id="{D4D8BA5A-1846-5BBC-958F-C6DBF7066F92}"/>
              </a:ext>
            </a:extLst>
          </p:cNvPr>
          <p:cNvSpPr txBox="1"/>
          <p:nvPr/>
        </p:nvSpPr>
        <p:spPr>
          <a:xfrm>
            <a:off x="1591912" y="3426641"/>
            <a:ext cx="2058860" cy="1077218"/>
          </a:xfrm>
          <a:prstGeom prst="rect">
            <a:avLst/>
          </a:prstGeom>
          <a:noFill/>
        </p:spPr>
        <p:txBody>
          <a:bodyPr wrap="square" rtlCol="0">
            <a:spAutoFit/>
          </a:bodyPr>
          <a:lstStyle/>
          <a:p>
            <a:pPr algn="ctr"/>
            <a:r>
              <a:rPr lang="fr-FR" altLang="fr-FR" sz="3200" b="1" u="sng"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Laravel Sanctum</a:t>
            </a:r>
            <a:endParaRPr lang="fr-FR" sz="3200" dirty="0"/>
          </a:p>
        </p:txBody>
      </p:sp>
      <p:sp>
        <p:nvSpPr>
          <p:cNvPr id="69" name="ZoneTexte 68">
            <a:extLst>
              <a:ext uri="{FF2B5EF4-FFF2-40B4-BE49-F238E27FC236}">
                <a16:creationId xmlns:a16="http://schemas.microsoft.com/office/drawing/2014/main" id="{529130BB-F6E2-8B69-C783-83E1687C2862}"/>
              </a:ext>
            </a:extLst>
          </p:cNvPr>
          <p:cNvSpPr txBox="1"/>
          <p:nvPr/>
        </p:nvSpPr>
        <p:spPr>
          <a:xfrm>
            <a:off x="4226004" y="3675865"/>
            <a:ext cx="1825231" cy="584775"/>
          </a:xfrm>
          <a:prstGeom prst="rect">
            <a:avLst/>
          </a:prstGeom>
          <a:noFill/>
        </p:spPr>
        <p:txBody>
          <a:bodyPr wrap="square" rtlCol="0">
            <a:spAutoFit/>
          </a:bodyPr>
          <a:lstStyle/>
          <a:p>
            <a:r>
              <a:rPr lang="fr-FR" altLang="fr-FR" sz="3200" b="1" u="sng"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MySQL</a:t>
            </a:r>
            <a:endParaRPr lang="fr-FR" sz="32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70" name="ZoneTexte 69">
            <a:extLst>
              <a:ext uri="{FF2B5EF4-FFF2-40B4-BE49-F238E27FC236}">
                <a16:creationId xmlns:a16="http://schemas.microsoft.com/office/drawing/2014/main" id="{8E93285F-7C6C-238B-F1D3-0EC9F0DFD9B4}"/>
              </a:ext>
            </a:extLst>
          </p:cNvPr>
          <p:cNvSpPr txBox="1"/>
          <p:nvPr/>
        </p:nvSpPr>
        <p:spPr>
          <a:xfrm>
            <a:off x="6872248" y="3517617"/>
            <a:ext cx="2607532" cy="1077218"/>
          </a:xfrm>
          <a:prstGeom prst="rect">
            <a:avLst/>
          </a:prstGeom>
          <a:noFill/>
        </p:spPr>
        <p:txBody>
          <a:bodyPr wrap="square" rtlCol="0">
            <a:spAutoFit/>
          </a:bodyPr>
          <a:lstStyle/>
          <a:p>
            <a:r>
              <a:rPr lang="fr-FR" altLang="fr-FR" sz="3200" b="1" u="sng"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Google OAuth</a:t>
            </a:r>
            <a:endParaRPr lang="fr-FR" sz="3200" dirty="0"/>
          </a:p>
        </p:txBody>
      </p:sp>
      <p:sp>
        <p:nvSpPr>
          <p:cNvPr id="71" name="ZoneTexte 70">
            <a:extLst>
              <a:ext uri="{FF2B5EF4-FFF2-40B4-BE49-F238E27FC236}">
                <a16:creationId xmlns:a16="http://schemas.microsoft.com/office/drawing/2014/main" id="{E73C7FED-8D88-5F27-64FE-10B3D0E3D7CB}"/>
              </a:ext>
            </a:extLst>
          </p:cNvPr>
          <p:cNvSpPr txBox="1"/>
          <p:nvPr/>
        </p:nvSpPr>
        <p:spPr>
          <a:xfrm>
            <a:off x="2048924" y="5052308"/>
            <a:ext cx="3431850" cy="1077218"/>
          </a:xfrm>
          <a:prstGeom prst="rect">
            <a:avLst/>
          </a:prstGeom>
          <a:noFill/>
        </p:spPr>
        <p:txBody>
          <a:bodyPr wrap="square" rtlCol="0">
            <a:spAutoFit/>
          </a:bodyPr>
          <a:lstStyle/>
          <a:p>
            <a:r>
              <a:rPr lang="fr-FR" altLang="fr-FR" sz="3200" b="1" u="sng"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React Leaflet &amp; Google Maps</a:t>
            </a:r>
            <a:endParaRPr lang="fr-FR" sz="3200" dirty="0">
              <a:solidFill>
                <a:srgbClr val="002060"/>
              </a:solidFill>
            </a:endParaRPr>
          </a:p>
        </p:txBody>
      </p:sp>
      <p:sp>
        <p:nvSpPr>
          <p:cNvPr id="73" name="ZoneTexte 72">
            <a:extLst>
              <a:ext uri="{FF2B5EF4-FFF2-40B4-BE49-F238E27FC236}">
                <a16:creationId xmlns:a16="http://schemas.microsoft.com/office/drawing/2014/main" id="{406E528E-F756-1DF8-B115-0F0B47104EC1}"/>
              </a:ext>
            </a:extLst>
          </p:cNvPr>
          <p:cNvSpPr txBox="1"/>
          <p:nvPr/>
        </p:nvSpPr>
        <p:spPr>
          <a:xfrm>
            <a:off x="5523410" y="5159425"/>
            <a:ext cx="2965159" cy="1354217"/>
          </a:xfrm>
          <a:prstGeom prst="rect">
            <a:avLst/>
          </a:prstGeom>
          <a:noFill/>
        </p:spPr>
        <p:txBody>
          <a:bodyPr wrap="square" rtlCol="0">
            <a:spAutoFit/>
          </a:bodyPr>
          <a:lstStyle/>
          <a:p>
            <a:pPr algn="ctr"/>
            <a:r>
              <a:rPr lang="fr-FR" altLang="fr-FR" sz="3200" b="1" u="sng"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OpenRouter / Gemini</a:t>
            </a:r>
            <a:r>
              <a:rPr lang="fr-FR" altLang="fr-FR" sz="3200" u="sng"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p>
          <a:p>
            <a:endParaRPr lang="fr-FR" dirty="0"/>
          </a:p>
        </p:txBody>
      </p:sp>
    </p:spTree>
    <p:extLst>
      <p:ext uri="{BB962C8B-B14F-4D97-AF65-F5344CB8AC3E}">
        <p14:creationId xmlns:p14="http://schemas.microsoft.com/office/powerpoint/2010/main" val="34668135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7362D-B1EC-8902-3BD5-7EBE619DE4AF}"/>
            </a:ext>
          </a:extLst>
        </p:cNvPr>
        <p:cNvGrpSpPr/>
        <p:nvPr/>
      </p:nvGrpSpPr>
      <p:grpSpPr>
        <a:xfrm>
          <a:off x="0" y="0"/>
          <a:ext cx="0" cy="0"/>
          <a:chOff x="0" y="0"/>
          <a:chExt cx="0" cy="0"/>
        </a:xfrm>
      </p:grpSpPr>
      <p:sp>
        <p:nvSpPr>
          <p:cNvPr id="18" name="Rectangle : coins arrondis 17">
            <a:extLst>
              <a:ext uri="{FF2B5EF4-FFF2-40B4-BE49-F238E27FC236}">
                <a16:creationId xmlns:a16="http://schemas.microsoft.com/office/drawing/2014/main" id="{087F3225-ADA5-DF62-8CDA-96BF330B9C06}"/>
              </a:ext>
            </a:extLst>
          </p:cNvPr>
          <p:cNvSpPr/>
          <p:nvPr/>
        </p:nvSpPr>
        <p:spPr>
          <a:xfrm rot="16200000" flipV="1">
            <a:off x="-5428442" y="-2515723"/>
            <a:ext cx="6866168" cy="11897615"/>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19" name="Rectangle : coins arrondis 18">
            <a:extLst>
              <a:ext uri="{FF2B5EF4-FFF2-40B4-BE49-F238E27FC236}">
                <a16:creationId xmlns:a16="http://schemas.microsoft.com/office/drawing/2014/main" id="{72242BED-C8D7-1D08-CC61-47A45563823A}"/>
              </a:ext>
            </a:extLst>
          </p:cNvPr>
          <p:cNvSpPr/>
          <p:nvPr/>
        </p:nvSpPr>
        <p:spPr>
          <a:xfrm rot="10800000">
            <a:off x="1706010" y="1962041"/>
            <a:ext cx="7966930" cy="1241131"/>
          </a:xfrm>
          <a:prstGeom prst="roundRect">
            <a:avLst>
              <a:gd name="adj" fmla="val 50000"/>
            </a:avLst>
          </a:prstGeom>
          <a:solidFill>
            <a:schemeClr val="bg1"/>
          </a:solidFill>
          <a:ln>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ln w="0"/>
              <a:solidFill>
                <a:schemeClr val="accent1"/>
              </a:solidFill>
              <a:effectLst>
                <a:outerShdw blurRad="38100" dist="25400" dir="5400000" algn="ctr" rotWithShape="0">
                  <a:srgbClr val="6E747A">
                    <a:alpha val="43000"/>
                  </a:srgbClr>
                </a:outerShdw>
              </a:effectLst>
            </a:endParaRPr>
          </a:p>
        </p:txBody>
      </p:sp>
      <p:sp>
        <p:nvSpPr>
          <p:cNvPr id="6" name="ZoneTexte 5">
            <a:extLst>
              <a:ext uri="{FF2B5EF4-FFF2-40B4-BE49-F238E27FC236}">
                <a16:creationId xmlns:a16="http://schemas.microsoft.com/office/drawing/2014/main" id="{DD2DB87C-B050-C898-E44C-C7996509133E}"/>
              </a:ext>
            </a:extLst>
          </p:cNvPr>
          <p:cNvSpPr txBox="1"/>
          <p:nvPr/>
        </p:nvSpPr>
        <p:spPr>
          <a:xfrm rot="5400000">
            <a:off x="6221211" y="2997323"/>
            <a:ext cx="9772899" cy="1600438"/>
          </a:xfrm>
          <a:prstGeom prst="rect">
            <a:avLst/>
          </a:prstGeom>
          <a:noFill/>
        </p:spPr>
        <p:txBody>
          <a:bodyPr wrap="square" rtlCol="0">
            <a:spAutoFit/>
          </a:bodyPr>
          <a:lstStyle/>
          <a:p>
            <a:pPr lvl="0" algn="ctr" eaLnBrk="0" fontAlgn="base" hangingPunct="0">
              <a:spcBef>
                <a:spcPct val="0"/>
              </a:spcBef>
              <a:spcAft>
                <a:spcPct val="0"/>
              </a:spcAft>
            </a:pPr>
            <a:r>
              <a:rPr kumimoji="0" lang="fr-FR" altLang="fr-FR" sz="4000" b="1" i="0" u="none" strike="noStrike" cap="none" normalizeH="0" baseline="0" dirty="0">
                <a:ln>
                  <a:noFill/>
                </a:ln>
                <a:solidFill>
                  <a:schemeClr val="bg1"/>
                </a:solidFill>
                <a:effectLst/>
                <a:latin typeface="Arial Black" panose="020B0A04020102020204" pitchFamily="34" charset="0"/>
                <a:ea typeface="ADLaM Display" panose="02010000000000000000" pitchFamily="2" charset="0"/>
                <a:cs typeface="ADLaM Display" panose="02010000000000000000" pitchFamily="2" charset="0"/>
              </a:rPr>
              <a:t>Développement /</a:t>
            </a:r>
          </a:p>
          <a:p>
            <a:pPr lvl="0" algn="ctr" eaLnBrk="0" fontAlgn="base" hangingPunct="0">
              <a:spcBef>
                <a:spcPct val="0"/>
              </a:spcBef>
              <a:spcAft>
                <a:spcPct val="0"/>
              </a:spcAft>
            </a:pPr>
            <a:r>
              <a:rPr kumimoji="0" lang="fr-FR" altLang="fr-FR" sz="4000" b="1" i="0" u="none" strike="noStrike" cap="none" normalizeH="0" baseline="0" dirty="0">
                <a:ln>
                  <a:noFill/>
                </a:ln>
                <a:solidFill>
                  <a:schemeClr val="bg1"/>
                </a:solidFill>
                <a:effectLst/>
                <a:latin typeface="Arial Black" panose="020B0A04020102020204" pitchFamily="34" charset="0"/>
                <a:ea typeface="ADLaM Display" panose="02010000000000000000" pitchFamily="2" charset="0"/>
                <a:cs typeface="ADLaM Display" panose="02010000000000000000" pitchFamily="2" charset="0"/>
              </a:rPr>
              <a:t> Technologies </a:t>
            </a:r>
          </a:p>
          <a:p>
            <a:endParaRPr lang="fr-FR" dirty="0"/>
          </a:p>
        </p:txBody>
      </p:sp>
      <p:sp>
        <p:nvSpPr>
          <p:cNvPr id="7" name="Rectangle 2">
            <a:extLst>
              <a:ext uri="{FF2B5EF4-FFF2-40B4-BE49-F238E27FC236}">
                <a16:creationId xmlns:a16="http://schemas.microsoft.com/office/drawing/2014/main" id="{D22BE4C2-9721-6C31-B51B-523A833ABA89}"/>
              </a:ext>
            </a:extLst>
          </p:cNvPr>
          <p:cNvSpPr>
            <a:spLocks noChangeArrowheads="1"/>
          </p:cNvSpPr>
          <p:nvPr/>
        </p:nvSpPr>
        <p:spPr bwMode="auto">
          <a:xfrm>
            <a:off x="3633838" y="3171501"/>
            <a:ext cx="369741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10" name="Image 9">
            <a:extLst>
              <a:ext uri="{FF2B5EF4-FFF2-40B4-BE49-F238E27FC236}">
                <a16:creationId xmlns:a16="http://schemas.microsoft.com/office/drawing/2014/main" id="{D34E05A5-F78C-412F-C549-95A2C43177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944013">
            <a:off x="9835283" y="3191764"/>
            <a:ext cx="2544752" cy="2544752"/>
          </a:xfrm>
          <a:prstGeom prst="rect">
            <a:avLst/>
          </a:prstGeom>
        </p:spPr>
      </p:pic>
      <p:pic>
        <p:nvPicPr>
          <p:cNvPr id="15" name="Image 14">
            <a:extLst>
              <a:ext uri="{FF2B5EF4-FFF2-40B4-BE49-F238E27FC236}">
                <a16:creationId xmlns:a16="http://schemas.microsoft.com/office/drawing/2014/main" id="{D35550A7-5655-F0CE-6066-354BC062CC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91682" y="1664670"/>
            <a:ext cx="6178028" cy="6178028"/>
          </a:xfrm>
          <a:prstGeom prst="rect">
            <a:avLst/>
          </a:prstGeom>
        </p:spPr>
      </p:pic>
      <p:pic>
        <p:nvPicPr>
          <p:cNvPr id="17" name="Image 16">
            <a:extLst>
              <a:ext uri="{FF2B5EF4-FFF2-40B4-BE49-F238E27FC236}">
                <a16:creationId xmlns:a16="http://schemas.microsoft.com/office/drawing/2014/main" id="{1E46BC3A-F809-1DCD-31EA-2390CF6E9DF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331360">
            <a:off x="9312690" y="-323863"/>
            <a:ext cx="3062182" cy="3062182"/>
          </a:xfrm>
          <a:prstGeom prst="rect">
            <a:avLst/>
          </a:prstGeom>
        </p:spPr>
      </p:pic>
      <p:sp>
        <p:nvSpPr>
          <p:cNvPr id="4" name="ZoneTexte 3">
            <a:extLst>
              <a:ext uri="{FF2B5EF4-FFF2-40B4-BE49-F238E27FC236}">
                <a16:creationId xmlns:a16="http://schemas.microsoft.com/office/drawing/2014/main" id="{EA698100-5878-80D7-D4D0-6F783A855E76}"/>
              </a:ext>
            </a:extLst>
          </p:cNvPr>
          <p:cNvSpPr txBox="1"/>
          <p:nvPr/>
        </p:nvSpPr>
        <p:spPr>
          <a:xfrm>
            <a:off x="3302673" y="2124972"/>
            <a:ext cx="6534173" cy="769441"/>
          </a:xfrm>
          <a:prstGeom prst="rect">
            <a:avLst/>
          </a:prstGeom>
          <a:noFill/>
        </p:spPr>
        <p:txBody>
          <a:bodyPr wrap="square" rtlCol="0">
            <a:spAutoFit/>
          </a:bodyPr>
          <a:lstStyle/>
          <a:p>
            <a:r>
              <a:rPr lang="fr-FR" altLang="fr-FR" sz="4400" b="1" u="sng" dirty="0">
                <a:solidFill>
                  <a:srgbClr val="002060"/>
                </a:solidFill>
                <a:latin typeface="Arial Black" panose="020B0A04020102020204" pitchFamily="34" charset="0"/>
                <a:ea typeface="ADLaM Display" panose="02010000000000000000" pitchFamily="2" charset="0"/>
                <a:cs typeface="ADLaM Display" panose="02010000000000000000" pitchFamily="2" charset="0"/>
              </a:rPr>
              <a:t>Démonstration</a:t>
            </a:r>
            <a:endParaRPr lang="fr-FR" sz="4400" u="sng" dirty="0">
              <a:solidFill>
                <a:srgbClr val="002060"/>
              </a:solidFill>
              <a:latin typeface="Arial Black" panose="020B0A04020102020204" pitchFamily="34" charset="0"/>
            </a:endParaRPr>
          </a:p>
        </p:txBody>
      </p:sp>
    </p:spTree>
    <p:extLst>
      <p:ext uri="{BB962C8B-B14F-4D97-AF65-F5344CB8AC3E}">
        <p14:creationId xmlns:p14="http://schemas.microsoft.com/office/powerpoint/2010/main" val="41350164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5D622-F2B2-BBD7-E158-FC3A4FEBE70D}"/>
            </a:ext>
          </a:extLst>
        </p:cNvPr>
        <p:cNvGrpSpPr/>
        <p:nvPr/>
      </p:nvGrpSpPr>
      <p:grpSpPr>
        <a:xfrm>
          <a:off x="0" y="0"/>
          <a:ext cx="0" cy="0"/>
          <a:chOff x="0" y="0"/>
          <a:chExt cx="0" cy="0"/>
        </a:xfrm>
      </p:grpSpPr>
      <p:sp>
        <p:nvSpPr>
          <p:cNvPr id="18" name="Rectangle : coins arrondis 17">
            <a:extLst>
              <a:ext uri="{FF2B5EF4-FFF2-40B4-BE49-F238E27FC236}">
                <a16:creationId xmlns:a16="http://schemas.microsoft.com/office/drawing/2014/main" id="{17890724-6E82-9E06-FA74-559E41851ECB}"/>
              </a:ext>
            </a:extLst>
          </p:cNvPr>
          <p:cNvSpPr/>
          <p:nvPr/>
        </p:nvSpPr>
        <p:spPr>
          <a:xfrm rot="16200000" flipV="1">
            <a:off x="2812073" y="-4431745"/>
            <a:ext cx="7431117" cy="15380208"/>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19" name="Rectangle : coins arrondis 18">
            <a:extLst>
              <a:ext uri="{FF2B5EF4-FFF2-40B4-BE49-F238E27FC236}">
                <a16:creationId xmlns:a16="http://schemas.microsoft.com/office/drawing/2014/main" id="{C159CC80-4F66-808F-C6AD-81FA8E727E86}"/>
              </a:ext>
            </a:extLst>
          </p:cNvPr>
          <p:cNvSpPr/>
          <p:nvPr/>
        </p:nvSpPr>
        <p:spPr>
          <a:xfrm rot="5400000">
            <a:off x="-5128352" y="2011293"/>
            <a:ext cx="14053147" cy="2197304"/>
          </a:xfrm>
          <a:prstGeom prst="roundRect">
            <a:avLst>
              <a:gd name="adj" fmla="val 50000"/>
            </a:avLst>
          </a:prstGeom>
          <a:solidFill>
            <a:schemeClr val="bg1"/>
          </a:solidFill>
          <a:ln>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ln w="0"/>
              <a:solidFill>
                <a:schemeClr val="accent1"/>
              </a:solidFill>
              <a:effectLst>
                <a:outerShdw blurRad="38100" dist="25400" dir="5400000" algn="ctr" rotWithShape="0">
                  <a:srgbClr val="6E747A">
                    <a:alpha val="43000"/>
                  </a:srgbClr>
                </a:outerShdw>
              </a:effectLst>
            </a:endParaRPr>
          </a:p>
        </p:txBody>
      </p:sp>
      <p:sp>
        <p:nvSpPr>
          <p:cNvPr id="7" name="Rectangle 2">
            <a:extLst>
              <a:ext uri="{FF2B5EF4-FFF2-40B4-BE49-F238E27FC236}">
                <a16:creationId xmlns:a16="http://schemas.microsoft.com/office/drawing/2014/main" id="{BD4F4AF0-E98C-52F3-97D0-74E03ADD0626}"/>
              </a:ext>
            </a:extLst>
          </p:cNvPr>
          <p:cNvSpPr>
            <a:spLocks noChangeArrowheads="1"/>
          </p:cNvSpPr>
          <p:nvPr/>
        </p:nvSpPr>
        <p:spPr bwMode="auto">
          <a:xfrm>
            <a:off x="3633838" y="3171501"/>
            <a:ext cx="369741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10" name="Image 9">
            <a:extLst>
              <a:ext uri="{FF2B5EF4-FFF2-40B4-BE49-F238E27FC236}">
                <a16:creationId xmlns:a16="http://schemas.microsoft.com/office/drawing/2014/main" id="{57113639-C387-2A00-67D4-A631EAB8B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944013">
            <a:off x="14915952" y="4120857"/>
            <a:ext cx="2544752" cy="2544752"/>
          </a:xfrm>
          <a:prstGeom prst="rect">
            <a:avLst/>
          </a:prstGeom>
        </p:spPr>
      </p:pic>
      <p:pic>
        <p:nvPicPr>
          <p:cNvPr id="17" name="Image 16">
            <a:extLst>
              <a:ext uri="{FF2B5EF4-FFF2-40B4-BE49-F238E27FC236}">
                <a16:creationId xmlns:a16="http://schemas.microsoft.com/office/drawing/2014/main" id="{AE6295F1-F2CD-B723-60F3-CE85112AF0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331360">
            <a:off x="8759254" y="3935845"/>
            <a:ext cx="2602108" cy="2602108"/>
          </a:xfrm>
          <a:prstGeom prst="rect">
            <a:avLst/>
          </a:prstGeom>
        </p:spPr>
      </p:pic>
      <p:sp>
        <p:nvSpPr>
          <p:cNvPr id="4" name="ZoneTexte 3">
            <a:extLst>
              <a:ext uri="{FF2B5EF4-FFF2-40B4-BE49-F238E27FC236}">
                <a16:creationId xmlns:a16="http://schemas.microsoft.com/office/drawing/2014/main" id="{A76ABCA6-43AC-2487-744E-472CBFC10D34}"/>
              </a:ext>
            </a:extLst>
          </p:cNvPr>
          <p:cNvSpPr txBox="1"/>
          <p:nvPr/>
        </p:nvSpPr>
        <p:spPr>
          <a:xfrm>
            <a:off x="5097156" y="420007"/>
            <a:ext cx="6534173" cy="769441"/>
          </a:xfrm>
          <a:prstGeom prst="rect">
            <a:avLst/>
          </a:prstGeom>
          <a:noFill/>
        </p:spPr>
        <p:txBody>
          <a:bodyPr wrap="square" rtlCol="0">
            <a:spAutoFit/>
          </a:bodyPr>
          <a:lstStyle/>
          <a:p>
            <a:r>
              <a:rPr lang="fr-FR" altLang="fr-FR" sz="4400" b="1" u="sng" dirty="0">
                <a:solidFill>
                  <a:schemeClr val="bg1"/>
                </a:solidFill>
                <a:latin typeface="Arial Black" panose="020B0A04020102020204" pitchFamily="34" charset="0"/>
                <a:ea typeface="ADLaM Display" panose="02010000000000000000" pitchFamily="2" charset="0"/>
                <a:cs typeface="ADLaM Display" panose="02010000000000000000" pitchFamily="2" charset="0"/>
              </a:rPr>
              <a:t>Conclusion</a:t>
            </a:r>
            <a:r>
              <a:rPr lang="fr-FR" altLang="fr-FR" sz="4400" b="1" dirty="0">
                <a:solidFill>
                  <a:schemeClr val="bg1"/>
                </a:solidFill>
                <a:latin typeface="Arial Black" panose="020B0A04020102020204" pitchFamily="34" charset="0"/>
                <a:ea typeface="ADLaM Display" panose="02010000000000000000" pitchFamily="2" charset="0"/>
                <a:cs typeface="ADLaM Display" panose="02010000000000000000" pitchFamily="2" charset="0"/>
              </a:rPr>
              <a:t> </a:t>
            </a:r>
            <a:endParaRPr lang="fr-FR" sz="4400" dirty="0">
              <a:solidFill>
                <a:schemeClr val="bg1"/>
              </a:solidFill>
              <a:latin typeface="Arial Black" panose="020B0A04020102020204" pitchFamily="34" charset="0"/>
            </a:endParaRPr>
          </a:p>
        </p:txBody>
      </p:sp>
      <p:sp>
        <p:nvSpPr>
          <p:cNvPr id="2" name="ZoneTexte 1">
            <a:extLst>
              <a:ext uri="{FF2B5EF4-FFF2-40B4-BE49-F238E27FC236}">
                <a16:creationId xmlns:a16="http://schemas.microsoft.com/office/drawing/2014/main" id="{A370A7E9-EF04-12CB-6529-685EE3D9FC39}"/>
              </a:ext>
            </a:extLst>
          </p:cNvPr>
          <p:cNvSpPr txBox="1"/>
          <p:nvPr/>
        </p:nvSpPr>
        <p:spPr>
          <a:xfrm rot="16200000">
            <a:off x="-1746760" y="2767280"/>
            <a:ext cx="7241255" cy="1323439"/>
          </a:xfrm>
          <a:prstGeom prst="rect">
            <a:avLst/>
          </a:prstGeom>
          <a:noFill/>
        </p:spPr>
        <p:txBody>
          <a:bodyPr wrap="square" rtlCol="0">
            <a:spAutoFit/>
          </a:bodyPr>
          <a:lstStyle/>
          <a:p>
            <a:pPr algn="ctr"/>
            <a:r>
              <a:rPr lang="fr-FR" sz="80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AMUDUX</a:t>
            </a:r>
          </a:p>
        </p:txBody>
      </p:sp>
      <p:sp>
        <p:nvSpPr>
          <p:cNvPr id="3" name="ZoneTexte 2">
            <a:extLst>
              <a:ext uri="{FF2B5EF4-FFF2-40B4-BE49-F238E27FC236}">
                <a16:creationId xmlns:a16="http://schemas.microsoft.com/office/drawing/2014/main" id="{2BD90485-3CC7-2E76-0FEE-C275974914F1}"/>
              </a:ext>
            </a:extLst>
          </p:cNvPr>
          <p:cNvSpPr txBox="1"/>
          <p:nvPr/>
        </p:nvSpPr>
        <p:spPr>
          <a:xfrm>
            <a:off x="3680656" y="1601600"/>
            <a:ext cx="8334560" cy="3108543"/>
          </a:xfrm>
          <a:prstGeom prst="rect">
            <a:avLst/>
          </a:prstGeom>
          <a:noFill/>
        </p:spPr>
        <p:txBody>
          <a:bodyPr wrap="square" rtlCol="0">
            <a:spAutoFit/>
          </a:bodyPr>
          <a:lstStyle/>
          <a:p>
            <a:r>
              <a:rPr lang="fr-FR" sz="2800" dirty="0">
                <a:solidFill>
                  <a:schemeClr val="bg1"/>
                </a:solidFill>
              </a:rPr>
              <a:t>AMUDUX est une plateforme web intelligente qui facilite la découverte du Maroc et la préparation des voyages. Ce projet nous a permis d’appliquer nos compétences techniques en développement web, en conception d’API REST et en intégration de solutions d’intelligence artificielle afin d’offrir une expérience utilisateur moderne et personnalisée.</a:t>
            </a:r>
          </a:p>
        </p:txBody>
      </p:sp>
      <p:pic>
        <p:nvPicPr>
          <p:cNvPr id="8" name="Image 7">
            <a:extLst>
              <a:ext uri="{FF2B5EF4-FFF2-40B4-BE49-F238E27FC236}">
                <a16:creationId xmlns:a16="http://schemas.microsoft.com/office/drawing/2014/main" id="{CD4E4995-73BC-EE0B-FC1B-D1FCE38FF33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78915" y="5844562"/>
            <a:ext cx="4000500" cy="5657850"/>
          </a:xfrm>
          <a:prstGeom prst="rect">
            <a:avLst/>
          </a:prstGeom>
        </p:spPr>
      </p:pic>
    </p:spTree>
    <p:extLst>
      <p:ext uri="{BB962C8B-B14F-4D97-AF65-F5344CB8AC3E}">
        <p14:creationId xmlns:p14="http://schemas.microsoft.com/office/powerpoint/2010/main" val="328833064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C166C-7C5A-61E7-7881-832A0C18F6CD}"/>
            </a:ext>
          </a:extLst>
        </p:cNvPr>
        <p:cNvGrpSpPr/>
        <p:nvPr/>
      </p:nvGrpSpPr>
      <p:grpSpPr>
        <a:xfrm>
          <a:off x="0" y="0"/>
          <a:ext cx="0" cy="0"/>
          <a:chOff x="0" y="0"/>
          <a:chExt cx="0" cy="0"/>
        </a:xfrm>
      </p:grpSpPr>
      <p:sp>
        <p:nvSpPr>
          <p:cNvPr id="18" name="Rectangle : coins arrondis 17">
            <a:extLst>
              <a:ext uri="{FF2B5EF4-FFF2-40B4-BE49-F238E27FC236}">
                <a16:creationId xmlns:a16="http://schemas.microsoft.com/office/drawing/2014/main" id="{A4E57473-D902-918B-87A2-E907FE48BBC0}"/>
              </a:ext>
            </a:extLst>
          </p:cNvPr>
          <p:cNvSpPr/>
          <p:nvPr/>
        </p:nvSpPr>
        <p:spPr>
          <a:xfrm rot="16200000" flipV="1">
            <a:off x="2812073" y="-4431745"/>
            <a:ext cx="7431117" cy="15380208"/>
          </a:xfrm>
          <a:prstGeom prst="roundRect">
            <a:avLst/>
          </a:prstGeom>
          <a:solidFill>
            <a:srgbClr val="00206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p>
        </p:txBody>
      </p:sp>
      <p:sp>
        <p:nvSpPr>
          <p:cNvPr id="19" name="Rectangle : coins arrondis 18">
            <a:extLst>
              <a:ext uri="{FF2B5EF4-FFF2-40B4-BE49-F238E27FC236}">
                <a16:creationId xmlns:a16="http://schemas.microsoft.com/office/drawing/2014/main" id="{A142C53C-8662-883C-F974-1CB137A39BCB}"/>
              </a:ext>
            </a:extLst>
          </p:cNvPr>
          <p:cNvSpPr/>
          <p:nvPr/>
        </p:nvSpPr>
        <p:spPr>
          <a:xfrm rot="5400000">
            <a:off x="-223438" y="-5997479"/>
            <a:ext cx="14053147" cy="18214852"/>
          </a:xfrm>
          <a:prstGeom prst="roundRect">
            <a:avLst>
              <a:gd name="adj" fmla="val 50000"/>
            </a:avLst>
          </a:prstGeom>
          <a:solidFill>
            <a:schemeClr val="bg1"/>
          </a:solidFill>
          <a:ln>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dirty="0">
              <a:ln w="0"/>
              <a:solidFill>
                <a:schemeClr val="accent1"/>
              </a:solidFill>
              <a:effectLst>
                <a:outerShdw blurRad="38100" dist="25400" dir="5400000" algn="ctr" rotWithShape="0">
                  <a:srgbClr val="6E747A">
                    <a:alpha val="43000"/>
                  </a:srgbClr>
                </a:outerShdw>
              </a:effectLst>
            </a:endParaRPr>
          </a:p>
        </p:txBody>
      </p:sp>
      <p:sp>
        <p:nvSpPr>
          <p:cNvPr id="7" name="Rectangle 2">
            <a:extLst>
              <a:ext uri="{FF2B5EF4-FFF2-40B4-BE49-F238E27FC236}">
                <a16:creationId xmlns:a16="http://schemas.microsoft.com/office/drawing/2014/main" id="{344049C9-B1D5-8A87-EC04-CA96B45C3B59}"/>
              </a:ext>
            </a:extLst>
          </p:cNvPr>
          <p:cNvSpPr>
            <a:spLocks noChangeArrowheads="1"/>
          </p:cNvSpPr>
          <p:nvPr/>
        </p:nvSpPr>
        <p:spPr bwMode="auto">
          <a:xfrm>
            <a:off x="3633838" y="3171501"/>
            <a:ext cx="369741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2" name="ZoneTexte 1">
            <a:extLst>
              <a:ext uri="{FF2B5EF4-FFF2-40B4-BE49-F238E27FC236}">
                <a16:creationId xmlns:a16="http://schemas.microsoft.com/office/drawing/2014/main" id="{836F18C6-A198-97A6-0194-1102183CFAA6}"/>
              </a:ext>
            </a:extLst>
          </p:cNvPr>
          <p:cNvSpPr txBox="1"/>
          <p:nvPr/>
        </p:nvSpPr>
        <p:spPr>
          <a:xfrm>
            <a:off x="2441052" y="1278674"/>
            <a:ext cx="8724165" cy="3785652"/>
          </a:xfrm>
          <a:prstGeom prst="rect">
            <a:avLst/>
          </a:prstGeom>
          <a:noFill/>
        </p:spPr>
        <p:txBody>
          <a:bodyPr wrap="square" rtlCol="0">
            <a:spAutoFit/>
          </a:bodyPr>
          <a:lstStyle/>
          <a:p>
            <a:pPr algn="ctr"/>
            <a:r>
              <a:rPr lang="fr-FR" sz="8000" u="sng" dirty="0">
                <a:solidFill>
                  <a:srgbClr val="002060"/>
                </a:solidFill>
                <a:effectLst>
                  <a:outerShdw blurRad="38100" dist="38100" dir="2700000" algn="tl">
                    <a:srgbClr val="000000">
                      <a:alpha val="43137"/>
                    </a:srgbClr>
                  </a:outerShdw>
                </a:effectLst>
                <a:latin typeface="ADLaM Display" panose="02010000000000000000" pitchFamily="2" charset="0"/>
                <a:ea typeface="ADLaM Display" panose="02010000000000000000" pitchFamily="2" charset="0"/>
                <a:cs typeface="ADLaM Display" panose="02010000000000000000" pitchFamily="2" charset="0"/>
              </a:rPr>
              <a:t>MERCI POUR VOTRE ATTENTION </a:t>
            </a:r>
            <a:r>
              <a:rPr lang="fr-FR" sz="80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a:t>
            </a:r>
          </a:p>
        </p:txBody>
      </p:sp>
      <p:pic>
        <p:nvPicPr>
          <p:cNvPr id="8" name="Image 7">
            <a:extLst>
              <a:ext uri="{FF2B5EF4-FFF2-40B4-BE49-F238E27FC236}">
                <a16:creationId xmlns:a16="http://schemas.microsoft.com/office/drawing/2014/main" id="{96D8A52E-EDDD-091C-F43B-1848917366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449" y="1125461"/>
            <a:ext cx="2893389" cy="4092079"/>
          </a:xfrm>
          <a:prstGeom prst="rect">
            <a:avLst/>
          </a:prstGeom>
        </p:spPr>
      </p:pic>
    </p:spTree>
    <p:extLst>
      <p:ext uri="{BB962C8B-B14F-4D97-AF65-F5344CB8AC3E}">
        <p14:creationId xmlns:p14="http://schemas.microsoft.com/office/powerpoint/2010/main" val="40504909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4796</TotalTime>
  <Words>412</Words>
  <Application>Microsoft Office PowerPoint</Application>
  <PresentationFormat>Grand écran</PresentationFormat>
  <Paragraphs>104</Paragraphs>
  <Slides>11</Slides>
  <Notes>4</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11</vt:i4>
      </vt:variant>
    </vt:vector>
  </HeadingPairs>
  <TitlesOfParts>
    <vt:vector size="17" baseType="lpstr">
      <vt:lpstr>ADLaM Display</vt:lpstr>
      <vt:lpstr>Arial</vt:lpstr>
      <vt:lpstr>Arial Black</vt:lpstr>
      <vt:lpstr>Calibri</vt:lpstr>
      <vt:lpstr>Calibri Light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Aabidin Fadwa</dc:creator>
  <cp:lastModifiedBy>Aabidin Fadwa</cp:lastModifiedBy>
  <cp:revision>6</cp:revision>
  <dcterms:created xsi:type="dcterms:W3CDTF">2026-06-10T08:52:42Z</dcterms:created>
  <dcterms:modified xsi:type="dcterms:W3CDTF">2026-06-13T16:49:05Z</dcterms:modified>
</cp:coreProperties>
</file>